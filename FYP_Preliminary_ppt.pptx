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</p:sldIdLst>
  <p:sldSz cx="9144000" cy="5143500" type="screen16x9"/>
  <p:notesSz cx="6858000" cy="9144000"/>
  <p:embeddedFontLst>
    <p:embeddedFont>
      <p:font typeface="Anybody" panose="020B0604020202020204" charset="0"/>
      <p:regular r:id="rId11"/>
      <p:bold r:id="rId12"/>
      <p:italic r:id="rId13"/>
      <p:boldItalic r:id="rId14"/>
    </p:embeddedFont>
    <p:embeddedFont>
      <p:font typeface="Nunito Light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F51DEF-7E0C-468B-A54F-9E55E926368C}">
  <a:tblStyle styleId="{76F51DEF-7E0C-468B-A54F-9E55E92636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E5C797-BE1C-42EC-832C-320DC8A717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89B5C9-DC2A-4D73-A8C8-889669A25BA4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876393B-A925-4636-88FA-DC12CB00509D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Project Objectives</a:t>
          </a:r>
          <a:endParaRPr lang="en-US" dirty="0">
            <a:solidFill>
              <a:schemeClr val="tx1"/>
            </a:solidFill>
          </a:endParaRPr>
        </a:p>
      </dgm:t>
    </dgm:pt>
    <dgm:pt modelId="{AFB473E3-B9B3-4C16-8377-982F8DCCA0A2}" type="parTrans" cxnId="{93512FE5-0CDA-41C6-B30A-42D209CF3E66}">
      <dgm:prSet/>
      <dgm:spPr/>
      <dgm:t>
        <a:bodyPr/>
        <a:lstStyle/>
        <a:p>
          <a:endParaRPr lang="en-US"/>
        </a:p>
      </dgm:t>
    </dgm:pt>
    <dgm:pt modelId="{B01F6998-C2BA-45A7-8C23-C56A1042B854}" type="sibTrans" cxnId="{93512FE5-0CDA-41C6-B30A-42D209CF3E66}">
      <dgm:prSet/>
      <dgm:spPr/>
      <dgm:t>
        <a:bodyPr/>
        <a:lstStyle/>
        <a:p>
          <a:endParaRPr lang="en-US"/>
        </a:p>
      </dgm:t>
    </dgm:pt>
    <dgm:pt modelId="{59501005-1521-45E9-9D5B-D68FB14B05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Model a realistic inventory decision environment</a:t>
          </a:r>
        </a:p>
      </dgm:t>
    </dgm:pt>
    <dgm:pt modelId="{C82061D0-C5FF-4083-AAA8-EF13C68986C6}" type="parTrans" cxnId="{E46AEB05-CDAC-460B-859E-E10B99D730AA}">
      <dgm:prSet/>
      <dgm:spPr/>
      <dgm:t>
        <a:bodyPr/>
        <a:lstStyle/>
        <a:p>
          <a:endParaRPr lang="en-US"/>
        </a:p>
      </dgm:t>
    </dgm:pt>
    <dgm:pt modelId="{98347A76-694D-4F8F-B8FC-505929146B6A}" type="sibTrans" cxnId="{E46AEB05-CDAC-460B-859E-E10B99D730AA}">
      <dgm:prSet/>
      <dgm:spPr/>
      <dgm:t>
        <a:bodyPr/>
        <a:lstStyle/>
        <a:p>
          <a:endParaRPr lang="en-US"/>
        </a:p>
      </dgm:t>
    </dgm:pt>
    <dgm:pt modelId="{9B06C7E2-C00F-41DB-94C6-EDCC3C23FB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Build a transparent baseline decision system</a:t>
          </a:r>
        </a:p>
      </dgm:t>
    </dgm:pt>
    <dgm:pt modelId="{10E42B17-3917-40CE-9445-5BC3FFC551F0}" type="parTrans" cxnId="{779E0C5F-8521-44A6-ACFB-E8504C4CCA53}">
      <dgm:prSet/>
      <dgm:spPr/>
      <dgm:t>
        <a:bodyPr/>
        <a:lstStyle/>
        <a:p>
          <a:endParaRPr lang="en-US"/>
        </a:p>
      </dgm:t>
    </dgm:pt>
    <dgm:pt modelId="{B796D409-E360-4215-8892-63DB9432CC19}" type="sibTrans" cxnId="{779E0C5F-8521-44A6-ACFB-E8504C4CCA53}">
      <dgm:prSet/>
      <dgm:spPr/>
      <dgm:t>
        <a:bodyPr/>
        <a:lstStyle/>
        <a:p>
          <a:endParaRPr lang="en-US"/>
        </a:p>
      </dgm:t>
    </dgm:pt>
    <dgm:pt modelId="{DCDA7A77-0E0A-4C19-8270-DEF4A485A2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Systematically inject controlled failures</a:t>
          </a:r>
        </a:p>
      </dgm:t>
    </dgm:pt>
    <dgm:pt modelId="{C39A38ED-DC83-4A10-8D5F-D8E375CB443A}" type="parTrans" cxnId="{5506E7F4-7C37-4C6A-9763-CB35E0B51CF8}">
      <dgm:prSet/>
      <dgm:spPr/>
      <dgm:t>
        <a:bodyPr/>
        <a:lstStyle/>
        <a:p>
          <a:endParaRPr lang="en-US"/>
        </a:p>
      </dgm:t>
    </dgm:pt>
    <dgm:pt modelId="{2E1E9C17-ED3F-4AF0-A075-7FDFFE9B647A}" type="sibTrans" cxnId="{5506E7F4-7C37-4C6A-9763-CB35E0B51CF8}">
      <dgm:prSet/>
      <dgm:spPr/>
      <dgm:t>
        <a:bodyPr/>
        <a:lstStyle/>
        <a:p>
          <a:endParaRPr lang="en-US"/>
        </a:p>
      </dgm:t>
    </dgm:pt>
    <dgm:pt modelId="{0CB9FBA6-5D2D-47A3-8687-F0D5E0EE3F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tx1"/>
              </a:solidFill>
            </a:rPr>
            <a:t>Observe how decision behavior degrades</a:t>
          </a:r>
          <a:endParaRPr lang="en-US" dirty="0">
            <a:solidFill>
              <a:schemeClr val="tx1"/>
            </a:solidFill>
          </a:endParaRPr>
        </a:p>
      </dgm:t>
    </dgm:pt>
    <dgm:pt modelId="{F3C088DE-38CB-4ACC-BF13-F0AC58715629}" type="parTrans" cxnId="{2AA125E1-FC2D-4848-80E6-449E8D9192EE}">
      <dgm:prSet/>
      <dgm:spPr/>
      <dgm:t>
        <a:bodyPr/>
        <a:lstStyle/>
        <a:p>
          <a:endParaRPr lang="en-US"/>
        </a:p>
      </dgm:t>
    </dgm:pt>
    <dgm:pt modelId="{74168A78-B74F-4465-AE33-0B859C789D2B}" type="sibTrans" cxnId="{2AA125E1-FC2D-4848-80E6-449E8D9192EE}">
      <dgm:prSet/>
      <dgm:spPr/>
      <dgm:t>
        <a:bodyPr/>
        <a:lstStyle/>
        <a:p>
          <a:endParaRPr lang="en-US"/>
        </a:p>
      </dgm:t>
    </dgm:pt>
    <dgm:pt modelId="{3544EBA7-6A32-41BE-AF8C-FFA7E30058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Prepare a framework for degradation detection and correction</a:t>
          </a:r>
        </a:p>
      </dgm:t>
    </dgm:pt>
    <dgm:pt modelId="{E1EFC44B-B378-4D08-A702-04CC8E0E0479}" type="parTrans" cxnId="{01FC973E-FD70-46ED-8EC2-ADFA020CDEA1}">
      <dgm:prSet/>
      <dgm:spPr/>
      <dgm:t>
        <a:bodyPr/>
        <a:lstStyle/>
        <a:p>
          <a:endParaRPr lang="en-US"/>
        </a:p>
      </dgm:t>
    </dgm:pt>
    <dgm:pt modelId="{74AF6A45-50E4-486F-A30D-AA0619D98303}" type="sibTrans" cxnId="{01FC973E-FD70-46ED-8EC2-ADFA020CDEA1}">
      <dgm:prSet/>
      <dgm:spPr/>
      <dgm:t>
        <a:bodyPr/>
        <a:lstStyle/>
        <a:p>
          <a:endParaRPr lang="en-US"/>
        </a:p>
      </dgm:t>
    </dgm:pt>
    <dgm:pt modelId="{78BD23FA-CE33-4ED4-AE6E-5D5E2DC21C3E}" type="pres">
      <dgm:prSet presAssocID="{0889B5C9-DC2A-4D73-A8C8-889669A25BA4}" presName="linear" presStyleCnt="0">
        <dgm:presLayoutVars>
          <dgm:animLvl val="lvl"/>
          <dgm:resizeHandles val="exact"/>
        </dgm:presLayoutVars>
      </dgm:prSet>
      <dgm:spPr/>
    </dgm:pt>
    <dgm:pt modelId="{FAF37D7B-DF4F-4A9C-98A7-C7AACEE83783}" type="pres">
      <dgm:prSet presAssocID="{D876393B-A925-4636-88FA-DC12CB00509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E1E9169-198B-4079-B347-BA1F7D9B2D1E}" type="pres">
      <dgm:prSet presAssocID="{B01F6998-C2BA-45A7-8C23-C56A1042B854}" presName="spacer" presStyleCnt="0"/>
      <dgm:spPr/>
    </dgm:pt>
    <dgm:pt modelId="{AEFB78FB-CC98-422F-936E-0E6163FEB78E}" type="pres">
      <dgm:prSet presAssocID="{59501005-1521-45E9-9D5B-D68FB14B050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B3471BB-B236-48FB-89D9-F6AD5C006180}" type="pres">
      <dgm:prSet presAssocID="{98347A76-694D-4F8F-B8FC-505929146B6A}" presName="spacer" presStyleCnt="0"/>
      <dgm:spPr/>
    </dgm:pt>
    <dgm:pt modelId="{10D81BD3-1C0F-4829-BDD2-36BDF0F89F2F}" type="pres">
      <dgm:prSet presAssocID="{9B06C7E2-C00F-41DB-94C6-EDCC3C23FB3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8C325BD-DD07-47EF-A6BF-733156B8DB25}" type="pres">
      <dgm:prSet presAssocID="{B796D409-E360-4215-8892-63DB9432CC19}" presName="spacer" presStyleCnt="0"/>
      <dgm:spPr/>
    </dgm:pt>
    <dgm:pt modelId="{B48EACE0-0CEA-426A-BD12-945A1AC13979}" type="pres">
      <dgm:prSet presAssocID="{DCDA7A77-0E0A-4C19-8270-DEF4A485A22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F8000E-44E9-49CF-BC84-54224C6A3751}" type="pres">
      <dgm:prSet presAssocID="{2E1E9C17-ED3F-4AF0-A075-7FDFFE9B647A}" presName="spacer" presStyleCnt="0"/>
      <dgm:spPr/>
    </dgm:pt>
    <dgm:pt modelId="{50477555-BD39-4A96-B213-526DF2E171C7}" type="pres">
      <dgm:prSet presAssocID="{0CB9FBA6-5D2D-47A3-8687-F0D5E0EE3F7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27DC30B-C903-426A-BE04-16624F2AC676}" type="pres">
      <dgm:prSet presAssocID="{74168A78-B74F-4465-AE33-0B859C789D2B}" presName="spacer" presStyleCnt="0"/>
      <dgm:spPr/>
    </dgm:pt>
    <dgm:pt modelId="{69295C25-4E0A-490E-9597-C1EC99F876F8}" type="pres">
      <dgm:prSet presAssocID="{3544EBA7-6A32-41BE-AF8C-FFA7E300586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46AEB05-CDAC-460B-859E-E10B99D730AA}" srcId="{0889B5C9-DC2A-4D73-A8C8-889669A25BA4}" destId="{59501005-1521-45E9-9D5B-D68FB14B0500}" srcOrd="1" destOrd="0" parTransId="{C82061D0-C5FF-4083-AAA8-EF13C68986C6}" sibTransId="{98347A76-694D-4F8F-B8FC-505929146B6A}"/>
    <dgm:cxn modelId="{F81F7817-E404-4F03-9296-2FB8B528FE48}" type="presOf" srcId="{0889B5C9-DC2A-4D73-A8C8-889669A25BA4}" destId="{78BD23FA-CE33-4ED4-AE6E-5D5E2DC21C3E}" srcOrd="0" destOrd="0" presId="urn:microsoft.com/office/officeart/2005/8/layout/vList2"/>
    <dgm:cxn modelId="{01FC973E-FD70-46ED-8EC2-ADFA020CDEA1}" srcId="{0889B5C9-DC2A-4D73-A8C8-889669A25BA4}" destId="{3544EBA7-6A32-41BE-AF8C-FFA7E3005869}" srcOrd="5" destOrd="0" parTransId="{E1EFC44B-B378-4D08-A702-04CC8E0E0479}" sibTransId="{74AF6A45-50E4-486F-A30D-AA0619D98303}"/>
    <dgm:cxn modelId="{87577A5B-F248-447E-AD12-857C7D37DD49}" type="presOf" srcId="{9B06C7E2-C00F-41DB-94C6-EDCC3C23FB3D}" destId="{10D81BD3-1C0F-4829-BDD2-36BDF0F89F2F}" srcOrd="0" destOrd="0" presId="urn:microsoft.com/office/officeart/2005/8/layout/vList2"/>
    <dgm:cxn modelId="{779E0C5F-8521-44A6-ACFB-E8504C4CCA53}" srcId="{0889B5C9-DC2A-4D73-A8C8-889669A25BA4}" destId="{9B06C7E2-C00F-41DB-94C6-EDCC3C23FB3D}" srcOrd="2" destOrd="0" parTransId="{10E42B17-3917-40CE-9445-5BC3FFC551F0}" sibTransId="{B796D409-E360-4215-8892-63DB9432CC19}"/>
    <dgm:cxn modelId="{E58D2C60-4D37-4A6F-A3C0-7A43B16377CC}" type="presOf" srcId="{3544EBA7-6A32-41BE-AF8C-FFA7E3005869}" destId="{69295C25-4E0A-490E-9597-C1EC99F876F8}" srcOrd="0" destOrd="0" presId="urn:microsoft.com/office/officeart/2005/8/layout/vList2"/>
    <dgm:cxn modelId="{C0A5494C-1E7C-4895-9DE8-6F2DE343B147}" type="presOf" srcId="{59501005-1521-45E9-9D5B-D68FB14B0500}" destId="{AEFB78FB-CC98-422F-936E-0E6163FEB78E}" srcOrd="0" destOrd="0" presId="urn:microsoft.com/office/officeart/2005/8/layout/vList2"/>
    <dgm:cxn modelId="{2EB2669C-C27C-49C4-9AE4-6C7ABBD72E1C}" type="presOf" srcId="{0CB9FBA6-5D2D-47A3-8687-F0D5E0EE3F72}" destId="{50477555-BD39-4A96-B213-526DF2E171C7}" srcOrd="0" destOrd="0" presId="urn:microsoft.com/office/officeart/2005/8/layout/vList2"/>
    <dgm:cxn modelId="{0A9860B7-BB83-4C5B-8F95-4EBC7783A640}" type="presOf" srcId="{DCDA7A77-0E0A-4C19-8270-DEF4A485A222}" destId="{B48EACE0-0CEA-426A-BD12-945A1AC13979}" srcOrd="0" destOrd="0" presId="urn:microsoft.com/office/officeart/2005/8/layout/vList2"/>
    <dgm:cxn modelId="{2AA125E1-FC2D-4848-80E6-449E8D9192EE}" srcId="{0889B5C9-DC2A-4D73-A8C8-889669A25BA4}" destId="{0CB9FBA6-5D2D-47A3-8687-F0D5E0EE3F72}" srcOrd="4" destOrd="0" parTransId="{F3C088DE-38CB-4ACC-BF13-F0AC58715629}" sibTransId="{74168A78-B74F-4465-AE33-0B859C789D2B}"/>
    <dgm:cxn modelId="{93512FE5-0CDA-41C6-B30A-42D209CF3E66}" srcId="{0889B5C9-DC2A-4D73-A8C8-889669A25BA4}" destId="{D876393B-A925-4636-88FA-DC12CB00509D}" srcOrd="0" destOrd="0" parTransId="{AFB473E3-B9B3-4C16-8377-982F8DCCA0A2}" sibTransId="{B01F6998-C2BA-45A7-8C23-C56A1042B854}"/>
    <dgm:cxn modelId="{ED1B70E6-2FE6-4B5E-B854-5692C83AFBEF}" type="presOf" srcId="{D876393B-A925-4636-88FA-DC12CB00509D}" destId="{FAF37D7B-DF4F-4A9C-98A7-C7AACEE83783}" srcOrd="0" destOrd="0" presId="urn:microsoft.com/office/officeart/2005/8/layout/vList2"/>
    <dgm:cxn modelId="{5506E7F4-7C37-4C6A-9763-CB35E0B51CF8}" srcId="{0889B5C9-DC2A-4D73-A8C8-889669A25BA4}" destId="{DCDA7A77-0E0A-4C19-8270-DEF4A485A222}" srcOrd="3" destOrd="0" parTransId="{C39A38ED-DC83-4A10-8D5F-D8E375CB443A}" sibTransId="{2E1E9C17-ED3F-4AF0-A075-7FDFFE9B647A}"/>
    <dgm:cxn modelId="{A8BEF9C8-48B6-4F01-A9AE-8FD918DE0D9C}" type="presParOf" srcId="{78BD23FA-CE33-4ED4-AE6E-5D5E2DC21C3E}" destId="{FAF37D7B-DF4F-4A9C-98A7-C7AACEE83783}" srcOrd="0" destOrd="0" presId="urn:microsoft.com/office/officeart/2005/8/layout/vList2"/>
    <dgm:cxn modelId="{15D9F404-25CC-43BA-8E81-3876561D7500}" type="presParOf" srcId="{78BD23FA-CE33-4ED4-AE6E-5D5E2DC21C3E}" destId="{BE1E9169-198B-4079-B347-BA1F7D9B2D1E}" srcOrd="1" destOrd="0" presId="urn:microsoft.com/office/officeart/2005/8/layout/vList2"/>
    <dgm:cxn modelId="{8068E9A0-56BB-49AF-9093-DA46D2BB8765}" type="presParOf" srcId="{78BD23FA-CE33-4ED4-AE6E-5D5E2DC21C3E}" destId="{AEFB78FB-CC98-422F-936E-0E6163FEB78E}" srcOrd="2" destOrd="0" presId="urn:microsoft.com/office/officeart/2005/8/layout/vList2"/>
    <dgm:cxn modelId="{ABC8FD91-062F-4AF1-96D5-9D53F95DBD83}" type="presParOf" srcId="{78BD23FA-CE33-4ED4-AE6E-5D5E2DC21C3E}" destId="{0B3471BB-B236-48FB-89D9-F6AD5C006180}" srcOrd="3" destOrd="0" presId="urn:microsoft.com/office/officeart/2005/8/layout/vList2"/>
    <dgm:cxn modelId="{879729AB-6ECE-4CB0-9E00-1961ECD1A71B}" type="presParOf" srcId="{78BD23FA-CE33-4ED4-AE6E-5D5E2DC21C3E}" destId="{10D81BD3-1C0F-4829-BDD2-36BDF0F89F2F}" srcOrd="4" destOrd="0" presId="urn:microsoft.com/office/officeart/2005/8/layout/vList2"/>
    <dgm:cxn modelId="{C8DFE893-2D0C-45DC-AC8F-19CFF58F0A80}" type="presParOf" srcId="{78BD23FA-CE33-4ED4-AE6E-5D5E2DC21C3E}" destId="{08C325BD-DD07-47EF-A6BF-733156B8DB25}" srcOrd="5" destOrd="0" presId="urn:microsoft.com/office/officeart/2005/8/layout/vList2"/>
    <dgm:cxn modelId="{B58709C3-8EE9-4350-BE80-09CE0B8E2BC4}" type="presParOf" srcId="{78BD23FA-CE33-4ED4-AE6E-5D5E2DC21C3E}" destId="{B48EACE0-0CEA-426A-BD12-945A1AC13979}" srcOrd="6" destOrd="0" presId="urn:microsoft.com/office/officeart/2005/8/layout/vList2"/>
    <dgm:cxn modelId="{D5E89161-EA18-4636-AEA5-54B8B98DEEC3}" type="presParOf" srcId="{78BD23FA-CE33-4ED4-AE6E-5D5E2DC21C3E}" destId="{CBF8000E-44E9-49CF-BC84-54224C6A3751}" srcOrd="7" destOrd="0" presId="urn:microsoft.com/office/officeart/2005/8/layout/vList2"/>
    <dgm:cxn modelId="{CB42EA48-6DF8-4260-8675-57BF1546C3A4}" type="presParOf" srcId="{78BD23FA-CE33-4ED4-AE6E-5D5E2DC21C3E}" destId="{50477555-BD39-4A96-B213-526DF2E171C7}" srcOrd="8" destOrd="0" presId="urn:microsoft.com/office/officeart/2005/8/layout/vList2"/>
    <dgm:cxn modelId="{ACAB72B1-AF15-4301-8005-FEDD0CF675DD}" type="presParOf" srcId="{78BD23FA-CE33-4ED4-AE6E-5D5E2DC21C3E}" destId="{727DC30B-C903-426A-BE04-16624F2AC676}" srcOrd="9" destOrd="0" presId="urn:microsoft.com/office/officeart/2005/8/layout/vList2"/>
    <dgm:cxn modelId="{9759E5FD-B2F9-4336-8AF9-4BE5DB6B8ECF}" type="presParOf" srcId="{78BD23FA-CE33-4ED4-AE6E-5D5E2DC21C3E}" destId="{69295C25-4E0A-490E-9597-C1EC99F876F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B398D5-B501-4437-B893-1E4CCD5C3A1B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A534A1F-D657-4B2D-BA25-48B1B5DD9CBC}">
      <dgm:prSet/>
      <dgm:spPr/>
      <dgm:t>
        <a:bodyPr/>
        <a:lstStyle/>
        <a:p>
          <a:r>
            <a:rPr lang="en-US" dirty="0"/>
            <a:t>The project follows a </a:t>
          </a:r>
          <a:r>
            <a:rPr lang="en-US" b="1" dirty="0"/>
            <a:t>multi-phase experimental framework</a:t>
          </a:r>
          <a:endParaRPr lang="en-US" dirty="0"/>
        </a:p>
      </dgm:t>
    </dgm:pt>
    <dgm:pt modelId="{75845762-F4E6-475D-8FF7-D9DC789199AA}" type="parTrans" cxnId="{8485A89A-2F4F-47C4-9F16-98A8D9DF34F7}">
      <dgm:prSet/>
      <dgm:spPr/>
      <dgm:t>
        <a:bodyPr/>
        <a:lstStyle/>
        <a:p>
          <a:endParaRPr lang="en-US"/>
        </a:p>
      </dgm:t>
    </dgm:pt>
    <dgm:pt modelId="{90A89FA6-3FE5-4B0F-AE05-46F5ECE59AC2}" type="sibTrans" cxnId="{8485A89A-2F4F-47C4-9F16-98A8D9DF34F7}">
      <dgm:prSet/>
      <dgm:spPr/>
      <dgm:t>
        <a:bodyPr/>
        <a:lstStyle/>
        <a:p>
          <a:endParaRPr lang="en-US"/>
        </a:p>
      </dgm:t>
    </dgm:pt>
    <dgm:pt modelId="{8F4F6137-3FF8-4966-8807-4F3016488708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0 – Environment Characterization</a:t>
          </a:r>
          <a:endParaRPr lang="en-US" dirty="0">
            <a:solidFill>
              <a:schemeClr val="tx2"/>
            </a:solidFill>
          </a:endParaRPr>
        </a:p>
      </dgm:t>
    </dgm:pt>
    <dgm:pt modelId="{F16D82F7-9EF1-4CCE-A4C1-F3B25CC74EEF}" type="parTrans" cxnId="{99398368-B1EB-481D-8FD5-F33FC3D5A1A7}">
      <dgm:prSet/>
      <dgm:spPr/>
      <dgm:t>
        <a:bodyPr/>
        <a:lstStyle/>
        <a:p>
          <a:endParaRPr lang="en-US"/>
        </a:p>
      </dgm:t>
    </dgm:pt>
    <dgm:pt modelId="{452B2680-418C-40E2-A4AF-A2C6365DFD12}" type="sibTrans" cxnId="{99398368-B1EB-481D-8FD5-F33FC3D5A1A7}">
      <dgm:prSet/>
      <dgm:spPr/>
      <dgm:t>
        <a:bodyPr/>
        <a:lstStyle/>
        <a:p>
          <a:endParaRPr lang="en-US"/>
        </a:p>
      </dgm:t>
    </dgm:pt>
    <dgm:pt modelId="{18FCB17B-512C-425F-BFDA-BCA8FCD63CF1}">
      <dgm:prSet/>
      <dgm:spPr/>
      <dgm:t>
        <a:bodyPr/>
        <a:lstStyle/>
        <a:p>
          <a:r>
            <a:rPr lang="en-US" dirty="0"/>
            <a:t>Analyze demand structure, variability, and coupling</a:t>
          </a:r>
        </a:p>
      </dgm:t>
    </dgm:pt>
    <dgm:pt modelId="{E65C8498-6F94-44C1-905B-45CFFC09A5F6}" type="parTrans" cxnId="{901DCCB3-D628-4C4D-B6B5-E1973B504B76}">
      <dgm:prSet/>
      <dgm:spPr/>
      <dgm:t>
        <a:bodyPr/>
        <a:lstStyle/>
        <a:p>
          <a:endParaRPr lang="en-US"/>
        </a:p>
      </dgm:t>
    </dgm:pt>
    <dgm:pt modelId="{C9B2A0E3-4DC8-40D8-ACB0-7E0EA5C65390}" type="sibTrans" cxnId="{901DCCB3-D628-4C4D-B6B5-E1973B504B76}">
      <dgm:prSet/>
      <dgm:spPr/>
      <dgm:t>
        <a:bodyPr/>
        <a:lstStyle/>
        <a:p>
          <a:endParaRPr lang="en-US"/>
        </a:p>
      </dgm:t>
    </dgm:pt>
    <dgm:pt modelId="{A437A513-0BB6-4394-A46E-1DC2EC3BCCA8}">
      <dgm:prSet/>
      <dgm:spPr/>
      <dgm:t>
        <a:bodyPr/>
        <a:lstStyle/>
        <a:p>
          <a:r>
            <a:rPr lang="en-US" dirty="0"/>
            <a:t>Study store–department relationships</a:t>
          </a:r>
        </a:p>
      </dgm:t>
    </dgm:pt>
    <dgm:pt modelId="{0CCE6B37-CF2E-4385-9A5D-CCB4E9F11772}" type="parTrans" cxnId="{0F6C8419-0BB1-43B2-BA76-F4A703A28BD7}">
      <dgm:prSet/>
      <dgm:spPr/>
      <dgm:t>
        <a:bodyPr/>
        <a:lstStyle/>
        <a:p>
          <a:endParaRPr lang="en-US"/>
        </a:p>
      </dgm:t>
    </dgm:pt>
    <dgm:pt modelId="{45CB55BC-E692-409C-94C9-90DD6BA11538}" type="sibTrans" cxnId="{0F6C8419-0BB1-43B2-BA76-F4A703A28BD7}">
      <dgm:prSet/>
      <dgm:spPr/>
      <dgm:t>
        <a:bodyPr/>
        <a:lstStyle/>
        <a:p>
          <a:endParaRPr lang="en-US"/>
        </a:p>
      </dgm:t>
    </dgm:pt>
    <dgm:pt modelId="{B39FAF8F-A4D9-4D4E-8F50-1BB0B8D1204C}">
      <dgm:prSet/>
      <dgm:spPr/>
      <dgm:t>
        <a:bodyPr/>
        <a:lstStyle/>
        <a:p>
          <a:r>
            <a:rPr lang="en-US" dirty="0"/>
            <a:t>Identify behavioral patterns (e.g., holidays)</a:t>
          </a:r>
        </a:p>
      </dgm:t>
    </dgm:pt>
    <dgm:pt modelId="{3CF150EE-2481-4968-AB48-ADCF03EE3256}" type="parTrans" cxnId="{B5D3C223-1417-44FC-91AF-5CFF4434D2A1}">
      <dgm:prSet/>
      <dgm:spPr/>
      <dgm:t>
        <a:bodyPr/>
        <a:lstStyle/>
        <a:p>
          <a:endParaRPr lang="en-US"/>
        </a:p>
      </dgm:t>
    </dgm:pt>
    <dgm:pt modelId="{462EB81E-A880-4115-9DD4-429D220C5831}" type="sibTrans" cxnId="{B5D3C223-1417-44FC-91AF-5CFF4434D2A1}">
      <dgm:prSet/>
      <dgm:spPr/>
      <dgm:t>
        <a:bodyPr/>
        <a:lstStyle/>
        <a:p>
          <a:endParaRPr lang="en-US"/>
        </a:p>
      </dgm:t>
    </dgm:pt>
    <dgm:pt modelId="{0D8CAC14-2F9B-4E29-AED0-E1D896335BC6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1 – Baseline Decision System</a:t>
          </a:r>
        </a:p>
      </dgm:t>
    </dgm:pt>
    <dgm:pt modelId="{77D37F0F-F3E8-4E87-91BD-E596D08EAE86}" type="parTrans" cxnId="{1D589B9D-7FC7-44B3-9042-6FD1E725E6AB}">
      <dgm:prSet/>
      <dgm:spPr/>
      <dgm:t>
        <a:bodyPr/>
        <a:lstStyle/>
        <a:p>
          <a:endParaRPr lang="en-US"/>
        </a:p>
      </dgm:t>
    </dgm:pt>
    <dgm:pt modelId="{9C136B30-423C-40AE-A56E-F8ADBAF68436}" type="sibTrans" cxnId="{1D589B9D-7FC7-44B3-9042-6FD1E725E6AB}">
      <dgm:prSet/>
      <dgm:spPr/>
      <dgm:t>
        <a:bodyPr/>
        <a:lstStyle/>
        <a:p>
          <a:endParaRPr lang="en-US"/>
        </a:p>
      </dgm:t>
    </dgm:pt>
    <dgm:pt modelId="{268A2191-F05B-4A75-A388-2E95F7601A98}">
      <dgm:prSet/>
      <dgm:spPr/>
      <dgm:t>
        <a:bodyPr/>
        <a:lstStyle/>
        <a:p>
          <a:r>
            <a:rPr lang="en-US" dirty="0"/>
            <a:t>Define a single core decision:</a:t>
          </a:r>
        </a:p>
      </dgm:t>
    </dgm:pt>
    <dgm:pt modelId="{D3E3D912-F656-4CFA-A62C-0939BFEF5B8E}" type="parTrans" cxnId="{2740CD88-A978-4EAE-80EC-35D77BF13A3D}">
      <dgm:prSet/>
      <dgm:spPr/>
      <dgm:t>
        <a:bodyPr/>
        <a:lstStyle/>
        <a:p>
          <a:endParaRPr lang="en-US"/>
        </a:p>
      </dgm:t>
    </dgm:pt>
    <dgm:pt modelId="{5E021BD1-F027-41CD-BB1B-9B329EB23B8C}" type="sibTrans" cxnId="{2740CD88-A978-4EAE-80EC-35D77BF13A3D}">
      <dgm:prSet/>
      <dgm:spPr/>
      <dgm:t>
        <a:bodyPr/>
        <a:lstStyle/>
        <a:p>
          <a:endParaRPr lang="en-US"/>
        </a:p>
      </dgm:t>
    </dgm:pt>
    <dgm:pt modelId="{2BEA3805-04D0-4964-8F36-6A5639B543A3}">
      <dgm:prSet/>
      <dgm:spPr/>
      <dgm:t>
        <a:bodyPr/>
        <a:lstStyle/>
        <a:p>
          <a:r>
            <a:rPr lang="en-US" dirty="0"/>
            <a:t>Weekly inventory allocation (store × department)</a:t>
          </a:r>
        </a:p>
      </dgm:t>
    </dgm:pt>
    <dgm:pt modelId="{2B21FA09-A083-4126-A39A-BC2827BE0EC7}" type="parTrans" cxnId="{592645F1-33D5-4141-9C8E-5D6E08CAD6F6}">
      <dgm:prSet/>
      <dgm:spPr/>
      <dgm:t>
        <a:bodyPr/>
        <a:lstStyle/>
        <a:p>
          <a:endParaRPr lang="en-US"/>
        </a:p>
      </dgm:t>
    </dgm:pt>
    <dgm:pt modelId="{EEDD8580-F721-4218-A113-A3E92C65BEC1}" type="sibTrans" cxnId="{592645F1-33D5-4141-9C8E-5D6E08CAD6F6}">
      <dgm:prSet/>
      <dgm:spPr/>
      <dgm:t>
        <a:bodyPr/>
        <a:lstStyle/>
        <a:p>
          <a:endParaRPr lang="en-US"/>
        </a:p>
      </dgm:t>
    </dgm:pt>
    <dgm:pt modelId="{21ADC757-C2D3-4A8A-A89D-ACB3A193BD4D}">
      <dgm:prSet/>
      <dgm:spPr/>
      <dgm:t>
        <a:bodyPr/>
        <a:lstStyle/>
        <a:p>
          <a:r>
            <a:rPr lang="en-US" dirty="0"/>
            <a:t>Use simple, interpretable rules</a:t>
          </a:r>
        </a:p>
      </dgm:t>
    </dgm:pt>
    <dgm:pt modelId="{BA8A8CCF-6A49-493D-AE18-2378883F2C3D}" type="parTrans" cxnId="{AD760EA9-46EF-4D45-8E43-2AF6484B11FE}">
      <dgm:prSet/>
      <dgm:spPr/>
      <dgm:t>
        <a:bodyPr/>
        <a:lstStyle/>
        <a:p>
          <a:endParaRPr lang="en-US"/>
        </a:p>
      </dgm:t>
    </dgm:pt>
    <dgm:pt modelId="{117C404E-05A2-4F6E-ABC2-7227B7B402F5}" type="sibTrans" cxnId="{AD760EA9-46EF-4D45-8E43-2AF6484B11FE}">
      <dgm:prSet/>
      <dgm:spPr/>
      <dgm:t>
        <a:bodyPr/>
        <a:lstStyle/>
        <a:p>
          <a:endParaRPr lang="en-US"/>
        </a:p>
      </dgm:t>
    </dgm:pt>
    <dgm:pt modelId="{9D4205DD-BC4D-435D-A0DA-A2C89E93DC3D}">
      <dgm:prSet/>
      <dgm:spPr/>
      <dgm:t>
        <a:bodyPr/>
        <a:lstStyle/>
        <a:p>
          <a:r>
            <a:rPr lang="en-US" dirty="0"/>
            <a:t>Establish baseline performance metrics</a:t>
          </a:r>
        </a:p>
      </dgm:t>
    </dgm:pt>
    <dgm:pt modelId="{33E6CB0B-1F01-4B6E-B353-E259776F108B}" type="parTrans" cxnId="{DAF196CC-0BDB-48F6-B63D-42155738F0CF}">
      <dgm:prSet/>
      <dgm:spPr/>
      <dgm:t>
        <a:bodyPr/>
        <a:lstStyle/>
        <a:p>
          <a:endParaRPr lang="en-US"/>
        </a:p>
      </dgm:t>
    </dgm:pt>
    <dgm:pt modelId="{296EC7D7-C63A-4D03-AB49-7E1E476E4B77}" type="sibTrans" cxnId="{DAF196CC-0BDB-48F6-B63D-42155738F0CF}">
      <dgm:prSet/>
      <dgm:spPr/>
      <dgm:t>
        <a:bodyPr/>
        <a:lstStyle/>
        <a:p>
          <a:endParaRPr lang="en-US"/>
        </a:p>
      </dgm:t>
    </dgm:pt>
    <dgm:pt modelId="{BFDEDFD1-2B2F-4106-A823-325D2A47CD52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2 – Failure Injection</a:t>
          </a:r>
          <a:endParaRPr lang="en-US" dirty="0">
            <a:solidFill>
              <a:schemeClr val="tx2"/>
            </a:solidFill>
          </a:endParaRPr>
        </a:p>
      </dgm:t>
    </dgm:pt>
    <dgm:pt modelId="{78B4A09C-2A37-4332-88BA-64E094A18A2E}" type="parTrans" cxnId="{9E0A65DF-D831-4528-8FD2-92E7C0BCF5F4}">
      <dgm:prSet/>
      <dgm:spPr/>
      <dgm:t>
        <a:bodyPr/>
        <a:lstStyle/>
        <a:p>
          <a:endParaRPr lang="en-US"/>
        </a:p>
      </dgm:t>
    </dgm:pt>
    <dgm:pt modelId="{AA1EB91F-EA2A-4741-A945-9FFF38A66404}" type="sibTrans" cxnId="{9E0A65DF-D831-4528-8FD2-92E7C0BCF5F4}">
      <dgm:prSet/>
      <dgm:spPr/>
      <dgm:t>
        <a:bodyPr/>
        <a:lstStyle/>
        <a:p>
          <a:endParaRPr lang="en-US"/>
        </a:p>
      </dgm:t>
    </dgm:pt>
    <dgm:pt modelId="{60461ECF-FF61-4862-85D7-2F84BC495610}">
      <dgm:prSet/>
      <dgm:spPr/>
      <dgm:t>
        <a:bodyPr/>
        <a:lstStyle/>
        <a:p>
          <a:r>
            <a:rPr lang="en-US" dirty="0"/>
            <a:t>Introduce controlled violations of assumptions</a:t>
          </a:r>
        </a:p>
      </dgm:t>
    </dgm:pt>
    <dgm:pt modelId="{325DE1E9-1954-4CB5-8AD9-AFA1AE2D9A9F}" type="parTrans" cxnId="{E7007444-D04C-4422-96F1-16F563858CA1}">
      <dgm:prSet/>
      <dgm:spPr/>
      <dgm:t>
        <a:bodyPr/>
        <a:lstStyle/>
        <a:p>
          <a:endParaRPr lang="en-US"/>
        </a:p>
      </dgm:t>
    </dgm:pt>
    <dgm:pt modelId="{4317173D-9FD4-4D79-8824-CC3E0A5633C7}" type="sibTrans" cxnId="{E7007444-D04C-4422-96F1-16F563858CA1}">
      <dgm:prSet/>
      <dgm:spPr/>
      <dgm:t>
        <a:bodyPr/>
        <a:lstStyle/>
        <a:p>
          <a:endParaRPr lang="en-US"/>
        </a:p>
      </dgm:t>
    </dgm:pt>
    <dgm:pt modelId="{BCBE83FF-E041-4CDA-B959-4147BDA91605}">
      <dgm:prSet/>
      <dgm:spPr/>
      <dgm:t>
        <a:bodyPr/>
        <a:lstStyle/>
        <a:p>
          <a:r>
            <a:rPr lang="en-US" dirty="0"/>
            <a:t>Observe gradual degradation (not immediate failure)</a:t>
          </a:r>
        </a:p>
      </dgm:t>
    </dgm:pt>
    <dgm:pt modelId="{F407E3FE-A004-407C-8887-E1BA44AF27FD}" type="parTrans" cxnId="{F1819885-7A46-4650-8643-8E42915336DA}">
      <dgm:prSet/>
      <dgm:spPr/>
      <dgm:t>
        <a:bodyPr/>
        <a:lstStyle/>
        <a:p>
          <a:endParaRPr lang="en-US"/>
        </a:p>
      </dgm:t>
    </dgm:pt>
    <dgm:pt modelId="{62EEA3CE-013A-4373-86A0-AE26844FF788}" type="sibTrans" cxnId="{F1819885-7A46-4650-8643-8E42915336DA}">
      <dgm:prSet/>
      <dgm:spPr/>
      <dgm:t>
        <a:bodyPr/>
        <a:lstStyle/>
        <a:p>
          <a:endParaRPr lang="en-US"/>
        </a:p>
      </dgm:t>
    </dgm:pt>
    <dgm:pt modelId="{D0D9FF5D-7E95-4F9E-9C46-660F2F539742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Future Phases</a:t>
          </a:r>
          <a:endParaRPr lang="en-US" dirty="0">
            <a:solidFill>
              <a:schemeClr val="tx2"/>
            </a:solidFill>
          </a:endParaRPr>
        </a:p>
      </dgm:t>
    </dgm:pt>
    <dgm:pt modelId="{8B460E99-99E3-4439-B393-B38FD4A00925}" type="parTrans" cxnId="{23974120-0FDC-4D85-891F-B192E935456B}">
      <dgm:prSet/>
      <dgm:spPr/>
      <dgm:t>
        <a:bodyPr/>
        <a:lstStyle/>
        <a:p>
          <a:endParaRPr lang="en-US"/>
        </a:p>
      </dgm:t>
    </dgm:pt>
    <dgm:pt modelId="{1D29A081-D88E-4257-AAA2-654D4FD6CBB8}" type="sibTrans" cxnId="{23974120-0FDC-4D85-891F-B192E935456B}">
      <dgm:prSet/>
      <dgm:spPr/>
      <dgm:t>
        <a:bodyPr/>
        <a:lstStyle/>
        <a:p>
          <a:endParaRPr lang="en-US"/>
        </a:p>
      </dgm:t>
    </dgm:pt>
    <dgm:pt modelId="{0B8E2A48-69E1-4582-9470-D3F4B8D9D526}">
      <dgm:prSet/>
      <dgm:spPr/>
      <dgm:t>
        <a:bodyPr/>
        <a:lstStyle/>
        <a:p>
          <a:r>
            <a:rPr lang="en-US" dirty="0"/>
            <a:t>Phase 3: Degradation detection</a:t>
          </a:r>
        </a:p>
      </dgm:t>
    </dgm:pt>
    <dgm:pt modelId="{392C7B23-50F5-4710-800C-26614EFE064F}" type="parTrans" cxnId="{BA8BE826-AE83-4FD3-825F-7BA05D6C003E}">
      <dgm:prSet/>
      <dgm:spPr/>
      <dgm:t>
        <a:bodyPr/>
        <a:lstStyle/>
        <a:p>
          <a:endParaRPr lang="en-US"/>
        </a:p>
      </dgm:t>
    </dgm:pt>
    <dgm:pt modelId="{F886558F-ED07-41E8-82F4-BD0DEBE16987}" type="sibTrans" cxnId="{BA8BE826-AE83-4FD3-825F-7BA05D6C003E}">
      <dgm:prSet/>
      <dgm:spPr/>
      <dgm:t>
        <a:bodyPr/>
        <a:lstStyle/>
        <a:p>
          <a:endParaRPr lang="en-US"/>
        </a:p>
      </dgm:t>
    </dgm:pt>
    <dgm:pt modelId="{A06ED2A6-F7D0-486F-9CF4-8940203DB3F0}">
      <dgm:prSet/>
      <dgm:spPr/>
      <dgm:t>
        <a:bodyPr/>
        <a:lstStyle/>
        <a:p>
          <a:r>
            <a:rPr lang="en-US" dirty="0"/>
            <a:t>Phase 4: Correction </a:t>
          </a:r>
          <a:r>
            <a:rPr lang="en-US"/>
            <a:t>and recovery</a:t>
          </a:r>
          <a:endParaRPr lang="en-US" dirty="0"/>
        </a:p>
      </dgm:t>
    </dgm:pt>
    <dgm:pt modelId="{E7C9129A-0A4A-4D50-8845-7D1606FC6BB8}" type="parTrans" cxnId="{F007BD73-B430-44D1-888A-0B7ED54AE266}">
      <dgm:prSet/>
      <dgm:spPr/>
      <dgm:t>
        <a:bodyPr/>
        <a:lstStyle/>
        <a:p>
          <a:endParaRPr lang="en-US"/>
        </a:p>
      </dgm:t>
    </dgm:pt>
    <dgm:pt modelId="{718D8F5E-C2A8-46CB-8A92-2CF4E74D890C}" type="sibTrans" cxnId="{F007BD73-B430-44D1-888A-0B7ED54AE266}">
      <dgm:prSet/>
      <dgm:spPr/>
      <dgm:t>
        <a:bodyPr/>
        <a:lstStyle/>
        <a:p>
          <a:endParaRPr lang="en-US"/>
        </a:p>
      </dgm:t>
    </dgm:pt>
    <dgm:pt modelId="{39E8E2FE-AE93-435B-9FE8-2E4A73F895DD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Phased Methodology</a:t>
          </a:r>
          <a:endParaRPr lang="en-US" dirty="0">
            <a:solidFill>
              <a:schemeClr val="tx2"/>
            </a:solidFill>
          </a:endParaRPr>
        </a:p>
      </dgm:t>
    </dgm:pt>
    <dgm:pt modelId="{2916F21D-D470-4B56-942D-EE9229289CFB}" type="parTrans" cxnId="{7C8B807E-0B88-414A-B792-6D916CCF076D}">
      <dgm:prSet/>
      <dgm:spPr/>
      <dgm:t>
        <a:bodyPr/>
        <a:lstStyle/>
        <a:p>
          <a:endParaRPr lang="en-US"/>
        </a:p>
      </dgm:t>
    </dgm:pt>
    <dgm:pt modelId="{7FE9F95F-D611-4364-B5D5-7AACF25CD6BC}" type="sibTrans" cxnId="{7C8B807E-0B88-414A-B792-6D916CCF076D}">
      <dgm:prSet/>
      <dgm:spPr/>
      <dgm:t>
        <a:bodyPr/>
        <a:lstStyle/>
        <a:p>
          <a:endParaRPr lang="en-US"/>
        </a:p>
      </dgm:t>
    </dgm:pt>
    <dgm:pt modelId="{6EDD0D49-31CA-4335-A211-782BEBFB533D}" type="pres">
      <dgm:prSet presAssocID="{DFB398D5-B501-4437-B893-1E4CCD5C3A1B}" presName="Name0" presStyleCnt="0">
        <dgm:presLayoutVars>
          <dgm:dir/>
          <dgm:animLvl val="lvl"/>
          <dgm:resizeHandles val="exact"/>
        </dgm:presLayoutVars>
      </dgm:prSet>
      <dgm:spPr/>
    </dgm:pt>
    <dgm:pt modelId="{51B0687B-38FC-4743-80C1-271F22CB1BF1}" type="pres">
      <dgm:prSet presAssocID="{39E8E2FE-AE93-435B-9FE8-2E4A73F895DD}" presName="composite" presStyleCnt="0"/>
      <dgm:spPr/>
    </dgm:pt>
    <dgm:pt modelId="{52397268-7F16-406B-A8C2-39A1ECD4FB45}" type="pres">
      <dgm:prSet presAssocID="{39E8E2FE-AE93-435B-9FE8-2E4A73F895DD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7FB964C-A54D-4761-AECF-346BF33B5DE1}" type="pres">
      <dgm:prSet presAssocID="{39E8E2FE-AE93-435B-9FE8-2E4A73F895DD}" presName="desTx" presStyleLbl="alignAccFollowNode1" presStyleIdx="0" presStyleCnt="5">
        <dgm:presLayoutVars>
          <dgm:bulletEnabled val="1"/>
        </dgm:presLayoutVars>
      </dgm:prSet>
      <dgm:spPr/>
    </dgm:pt>
    <dgm:pt modelId="{0F39496D-0D7D-4A3A-A326-D5FF89EE758A}" type="pres">
      <dgm:prSet presAssocID="{7FE9F95F-D611-4364-B5D5-7AACF25CD6BC}" presName="space" presStyleCnt="0"/>
      <dgm:spPr/>
    </dgm:pt>
    <dgm:pt modelId="{BCE972E6-82CC-446C-85F9-7A330861EA4E}" type="pres">
      <dgm:prSet presAssocID="{8F4F6137-3FF8-4966-8807-4F3016488708}" presName="composite" presStyleCnt="0"/>
      <dgm:spPr/>
    </dgm:pt>
    <dgm:pt modelId="{86F679D8-7E08-4B03-BFFC-CF69ADD366D0}" type="pres">
      <dgm:prSet presAssocID="{8F4F6137-3FF8-4966-8807-4F3016488708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B6FCE068-7082-4EE0-B8AA-128C686DB115}" type="pres">
      <dgm:prSet presAssocID="{8F4F6137-3FF8-4966-8807-4F3016488708}" presName="desTx" presStyleLbl="alignAccFollowNode1" presStyleIdx="1" presStyleCnt="5">
        <dgm:presLayoutVars>
          <dgm:bulletEnabled val="1"/>
        </dgm:presLayoutVars>
      </dgm:prSet>
      <dgm:spPr/>
    </dgm:pt>
    <dgm:pt modelId="{AE9D74BA-64E8-4037-B10C-FED01F08DB91}" type="pres">
      <dgm:prSet presAssocID="{452B2680-418C-40E2-A4AF-A2C6365DFD12}" presName="space" presStyleCnt="0"/>
      <dgm:spPr/>
    </dgm:pt>
    <dgm:pt modelId="{BB9600B3-8C2F-4BAA-83EC-7F01C3ED579F}" type="pres">
      <dgm:prSet presAssocID="{0D8CAC14-2F9B-4E29-AED0-E1D896335BC6}" presName="composite" presStyleCnt="0"/>
      <dgm:spPr/>
    </dgm:pt>
    <dgm:pt modelId="{9EB6C113-40DF-4889-A432-A0063222E712}" type="pres">
      <dgm:prSet presAssocID="{0D8CAC14-2F9B-4E29-AED0-E1D896335BC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A97DAC28-1833-4201-9528-80580E672403}" type="pres">
      <dgm:prSet presAssocID="{0D8CAC14-2F9B-4E29-AED0-E1D896335BC6}" presName="desTx" presStyleLbl="alignAccFollowNode1" presStyleIdx="2" presStyleCnt="5">
        <dgm:presLayoutVars>
          <dgm:bulletEnabled val="1"/>
        </dgm:presLayoutVars>
      </dgm:prSet>
      <dgm:spPr/>
    </dgm:pt>
    <dgm:pt modelId="{262628F6-EEB0-4339-9AA5-5F267AE73194}" type="pres">
      <dgm:prSet presAssocID="{9C136B30-423C-40AE-A56E-F8ADBAF68436}" presName="space" presStyleCnt="0"/>
      <dgm:spPr/>
    </dgm:pt>
    <dgm:pt modelId="{15E21A0B-92AA-4B50-952D-754D31BDA4AA}" type="pres">
      <dgm:prSet presAssocID="{BFDEDFD1-2B2F-4106-A823-325D2A47CD52}" presName="composite" presStyleCnt="0"/>
      <dgm:spPr/>
    </dgm:pt>
    <dgm:pt modelId="{A5541B48-6F6F-4B1A-AC94-03113EC3D7B8}" type="pres">
      <dgm:prSet presAssocID="{BFDEDFD1-2B2F-4106-A823-325D2A47CD52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5F94FF4-5488-46FB-8F11-F2687012764E}" type="pres">
      <dgm:prSet presAssocID="{BFDEDFD1-2B2F-4106-A823-325D2A47CD52}" presName="desTx" presStyleLbl="alignAccFollowNode1" presStyleIdx="3" presStyleCnt="5">
        <dgm:presLayoutVars>
          <dgm:bulletEnabled val="1"/>
        </dgm:presLayoutVars>
      </dgm:prSet>
      <dgm:spPr/>
    </dgm:pt>
    <dgm:pt modelId="{7868446C-F55D-45A4-92CF-E5121CB071F0}" type="pres">
      <dgm:prSet presAssocID="{AA1EB91F-EA2A-4741-A945-9FFF38A66404}" presName="space" presStyleCnt="0"/>
      <dgm:spPr/>
    </dgm:pt>
    <dgm:pt modelId="{CC992364-17D4-4718-BEB6-FE6208929C54}" type="pres">
      <dgm:prSet presAssocID="{D0D9FF5D-7E95-4F9E-9C46-660F2F539742}" presName="composite" presStyleCnt="0"/>
      <dgm:spPr/>
    </dgm:pt>
    <dgm:pt modelId="{6EC087A3-F293-4744-85B2-198BE4E591B1}" type="pres">
      <dgm:prSet presAssocID="{D0D9FF5D-7E95-4F9E-9C46-660F2F53974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E5197D7A-F3BD-4A70-9393-F934F3D90BEC}" type="pres">
      <dgm:prSet presAssocID="{D0D9FF5D-7E95-4F9E-9C46-660F2F53974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3C60B701-6627-4677-800F-2E5A1B484687}" type="presOf" srcId="{BFDEDFD1-2B2F-4106-A823-325D2A47CD52}" destId="{A5541B48-6F6F-4B1A-AC94-03113EC3D7B8}" srcOrd="0" destOrd="0" presId="urn:microsoft.com/office/officeart/2005/8/layout/hList1"/>
    <dgm:cxn modelId="{76003002-C574-4DB4-87BE-986168E8EA31}" type="presOf" srcId="{FA534A1F-D657-4B2D-BA25-48B1B5DD9CBC}" destId="{A7FB964C-A54D-4761-AECF-346BF33B5DE1}" srcOrd="0" destOrd="0" presId="urn:microsoft.com/office/officeart/2005/8/layout/hList1"/>
    <dgm:cxn modelId="{4F8B150A-DDD7-4FBB-8633-0D8AA903B508}" type="presOf" srcId="{D0D9FF5D-7E95-4F9E-9C46-660F2F539742}" destId="{6EC087A3-F293-4744-85B2-198BE4E591B1}" srcOrd="0" destOrd="0" presId="urn:microsoft.com/office/officeart/2005/8/layout/hList1"/>
    <dgm:cxn modelId="{9F8E6618-E0C1-4CAF-8B8E-8A4856B78DA6}" type="presOf" srcId="{8F4F6137-3FF8-4966-8807-4F3016488708}" destId="{86F679D8-7E08-4B03-BFFC-CF69ADD366D0}" srcOrd="0" destOrd="0" presId="urn:microsoft.com/office/officeart/2005/8/layout/hList1"/>
    <dgm:cxn modelId="{0F6C8419-0BB1-43B2-BA76-F4A703A28BD7}" srcId="{8F4F6137-3FF8-4966-8807-4F3016488708}" destId="{A437A513-0BB6-4394-A46E-1DC2EC3BCCA8}" srcOrd="1" destOrd="0" parTransId="{0CCE6B37-CF2E-4385-9A5D-CCB4E9F11772}" sibTransId="{45CB55BC-E692-409C-94C9-90DD6BA11538}"/>
    <dgm:cxn modelId="{1304C61A-586D-4F0E-A141-D0B9484A9E7B}" type="presOf" srcId="{B39FAF8F-A4D9-4D4E-8F50-1BB0B8D1204C}" destId="{B6FCE068-7082-4EE0-B8AA-128C686DB115}" srcOrd="0" destOrd="2" presId="urn:microsoft.com/office/officeart/2005/8/layout/hList1"/>
    <dgm:cxn modelId="{23974120-0FDC-4D85-891F-B192E935456B}" srcId="{DFB398D5-B501-4437-B893-1E4CCD5C3A1B}" destId="{D0D9FF5D-7E95-4F9E-9C46-660F2F539742}" srcOrd="4" destOrd="0" parTransId="{8B460E99-99E3-4439-B393-B38FD4A00925}" sibTransId="{1D29A081-D88E-4257-AAA2-654D4FD6CBB8}"/>
    <dgm:cxn modelId="{B5D3C223-1417-44FC-91AF-5CFF4434D2A1}" srcId="{8F4F6137-3FF8-4966-8807-4F3016488708}" destId="{B39FAF8F-A4D9-4D4E-8F50-1BB0B8D1204C}" srcOrd="2" destOrd="0" parTransId="{3CF150EE-2481-4968-AB48-ADCF03EE3256}" sibTransId="{462EB81E-A880-4115-9DD4-429D220C5831}"/>
    <dgm:cxn modelId="{BA8BE826-AE83-4FD3-825F-7BA05D6C003E}" srcId="{D0D9FF5D-7E95-4F9E-9C46-660F2F539742}" destId="{0B8E2A48-69E1-4582-9470-D3F4B8D9D526}" srcOrd="0" destOrd="0" parTransId="{392C7B23-50F5-4710-800C-26614EFE064F}" sibTransId="{F886558F-ED07-41E8-82F4-BD0DEBE16987}"/>
    <dgm:cxn modelId="{95A4F542-801A-47B9-98B2-60260B1DF6C3}" type="presOf" srcId="{18FCB17B-512C-425F-BFDA-BCA8FCD63CF1}" destId="{B6FCE068-7082-4EE0-B8AA-128C686DB115}" srcOrd="0" destOrd="0" presId="urn:microsoft.com/office/officeart/2005/8/layout/hList1"/>
    <dgm:cxn modelId="{E7007444-D04C-4422-96F1-16F563858CA1}" srcId="{BFDEDFD1-2B2F-4106-A823-325D2A47CD52}" destId="{60461ECF-FF61-4862-85D7-2F84BC495610}" srcOrd="0" destOrd="0" parTransId="{325DE1E9-1954-4CB5-8AD9-AFA1AE2D9A9F}" sibTransId="{4317173D-9FD4-4D79-8824-CC3E0A5633C7}"/>
    <dgm:cxn modelId="{99398368-B1EB-481D-8FD5-F33FC3D5A1A7}" srcId="{DFB398D5-B501-4437-B893-1E4CCD5C3A1B}" destId="{8F4F6137-3FF8-4966-8807-4F3016488708}" srcOrd="1" destOrd="0" parTransId="{F16D82F7-9EF1-4CCE-A4C1-F3B25CC74EEF}" sibTransId="{452B2680-418C-40E2-A4AF-A2C6365DFD12}"/>
    <dgm:cxn modelId="{C1745C4B-6E8E-4D12-8DC1-0C12B9908675}" type="presOf" srcId="{A06ED2A6-F7D0-486F-9CF4-8940203DB3F0}" destId="{E5197D7A-F3BD-4A70-9393-F934F3D90BEC}" srcOrd="0" destOrd="1" presId="urn:microsoft.com/office/officeart/2005/8/layout/hList1"/>
    <dgm:cxn modelId="{F007BD73-B430-44D1-888A-0B7ED54AE266}" srcId="{D0D9FF5D-7E95-4F9E-9C46-660F2F539742}" destId="{A06ED2A6-F7D0-486F-9CF4-8940203DB3F0}" srcOrd="1" destOrd="0" parTransId="{E7C9129A-0A4A-4D50-8845-7D1606FC6BB8}" sibTransId="{718D8F5E-C2A8-46CB-8A92-2CF4E74D890C}"/>
    <dgm:cxn modelId="{B8E7A758-88E8-4C40-8AEF-8D7615D75984}" type="presOf" srcId="{BCBE83FF-E041-4CDA-B959-4147BDA91605}" destId="{E5F94FF4-5488-46FB-8F11-F2687012764E}" srcOrd="0" destOrd="1" presId="urn:microsoft.com/office/officeart/2005/8/layout/hList1"/>
    <dgm:cxn modelId="{7C8B807E-0B88-414A-B792-6D916CCF076D}" srcId="{DFB398D5-B501-4437-B893-1E4CCD5C3A1B}" destId="{39E8E2FE-AE93-435B-9FE8-2E4A73F895DD}" srcOrd="0" destOrd="0" parTransId="{2916F21D-D470-4B56-942D-EE9229289CFB}" sibTransId="{7FE9F95F-D611-4364-B5D5-7AACF25CD6BC}"/>
    <dgm:cxn modelId="{F1819885-7A46-4650-8643-8E42915336DA}" srcId="{BFDEDFD1-2B2F-4106-A823-325D2A47CD52}" destId="{BCBE83FF-E041-4CDA-B959-4147BDA91605}" srcOrd="1" destOrd="0" parTransId="{F407E3FE-A004-407C-8887-E1BA44AF27FD}" sibTransId="{62EEA3CE-013A-4373-86A0-AE26844FF788}"/>
    <dgm:cxn modelId="{2740CD88-A978-4EAE-80EC-35D77BF13A3D}" srcId="{0D8CAC14-2F9B-4E29-AED0-E1D896335BC6}" destId="{268A2191-F05B-4A75-A388-2E95F7601A98}" srcOrd="0" destOrd="0" parTransId="{D3E3D912-F656-4CFA-A62C-0939BFEF5B8E}" sibTransId="{5E021BD1-F027-41CD-BB1B-9B329EB23B8C}"/>
    <dgm:cxn modelId="{7BF76999-3BE0-475D-B31D-58DC17456418}" type="presOf" srcId="{DFB398D5-B501-4437-B893-1E4CCD5C3A1B}" destId="{6EDD0D49-31CA-4335-A211-782BEBFB533D}" srcOrd="0" destOrd="0" presId="urn:microsoft.com/office/officeart/2005/8/layout/hList1"/>
    <dgm:cxn modelId="{8485A89A-2F4F-47C4-9F16-98A8D9DF34F7}" srcId="{39E8E2FE-AE93-435B-9FE8-2E4A73F895DD}" destId="{FA534A1F-D657-4B2D-BA25-48B1B5DD9CBC}" srcOrd="0" destOrd="0" parTransId="{75845762-F4E6-475D-8FF7-D9DC789199AA}" sibTransId="{90A89FA6-3FE5-4B0F-AE05-46F5ECE59AC2}"/>
    <dgm:cxn modelId="{1D589B9D-7FC7-44B3-9042-6FD1E725E6AB}" srcId="{DFB398D5-B501-4437-B893-1E4CCD5C3A1B}" destId="{0D8CAC14-2F9B-4E29-AED0-E1D896335BC6}" srcOrd="2" destOrd="0" parTransId="{77D37F0F-F3E8-4E87-91BD-E596D08EAE86}" sibTransId="{9C136B30-423C-40AE-A56E-F8ADBAF68436}"/>
    <dgm:cxn modelId="{EDABD7A4-211B-4AFC-9FA0-B573ED5C79F0}" type="presOf" srcId="{0D8CAC14-2F9B-4E29-AED0-E1D896335BC6}" destId="{9EB6C113-40DF-4889-A432-A0063222E712}" srcOrd="0" destOrd="0" presId="urn:microsoft.com/office/officeart/2005/8/layout/hList1"/>
    <dgm:cxn modelId="{AD760EA9-46EF-4D45-8E43-2AF6484B11FE}" srcId="{0D8CAC14-2F9B-4E29-AED0-E1D896335BC6}" destId="{21ADC757-C2D3-4A8A-A89D-ACB3A193BD4D}" srcOrd="2" destOrd="0" parTransId="{BA8A8CCF-6A49-493D-AE18-2378883F2C3D}" sibTransId="{117C404E-05A2-4F6E-ABC2-7227B7B402F5}"/>
    <dgm:cxn modelId="{5697C5A9-5965-40F5-B6BF-D9BF68987191}" type="presOf" srcId="{21ADC757-C2D3-4A8A-A89D-ACB3A193BD4D}" destId="{A97DAC28-1833-4201-9528-80580E672403}" srcOrd="0" destOrd="2" presId="urn:microsoft.com/office/officeart/2005/8/layout/hList1"/>
    <dgm:cxn modelId="{51E160AA-5395-4F51-8394-F3C90DE702E2}" type="presOf" srcId="{268A2191-F05B-4A75-A388-2E95F7601A98}" destId="{A97DAC28-1833-4201-9528-80580E672403}" srcOrd="0" destOrd="0" presId="urn:microsoft.com/office/officeart/2005/8/layout/hList1"/>
    <dgm:cxn modelId="{901DCCB3-D628-4C4D-B6B5-E1973B504B76}" srcId="{8F4F6137-3FF8-4966-8807-4F3016488708}" destId="{18FCB17B-512C-425F-BFDA-BCA8FCD63CF1}" srcOrd="0" destOrd="0" parTransId="{E65C8498-6F94-44C1-905B-45CFFC09A5F6}" sibTransId="{C9B2A0E3-4DC8-40D8-ACB0-7E0EA5C65390}"/>
    <dgm:cxn modelId="{DAF196CC-0BDB-48F6-B63D-42155738F0CF}" srcId="{0D8CAC14-2F9B-4E29-AED0-E1D896335BC6}" destId="{9D4205DD-BC4D-435D-A0DA-A2C89E93DC3D}" srcOrd="3" destOrd="0" parTransId="{33E6CB0B-1F01-4B6E-B353-E259776F108B}" sibTransId="{296EC7D7-C63A-4D03-AB49-7E1E476E4B77}"/>
    <dgm:cxn modelId="{B432B6CF-ADE6-46C6-9B7B-43DC7C135D75}" type="presOf" srcId="{39E8E2FE-AE93-435B-9FE8-2E4A73F895DD}" destId="{52397268-7F16-406B-A8C2-39A1ECD4FB45}" srcOrd="0" destOrd="0" presId="urn:microsoft.com/office/officeart/2005/8/layout/hList1"/>
    <dgm:cxn modelId="{343363D2-6C4E-471B-B974-1A15163B03A7}" type="presOf" srcId="{2BEA3805-04D0-4964-8F36-6A5639B543A3}" destId="{A97DAC28-1833-4201-9528-80580E672403}" srcOrd="0" destOrd="1" presId="urn:microsoft.com/office/officeart/2005/8/layout/hList1"/>
    <dgm:cxn modelId="{44ACD9D8-BE74-472F-BEF5-24EF365D90F6}" type="presOf" srcId="{9D4205DD-BC4D-435D-A0DA-A2C89E93DC3D}" destId="{A97DAC28-1833-4201-9528-80580E672403}" srcOrd="0" destOrd="3" presId="urn:microsoft.com/office/officeart/2005/8/layout/hList1"/>
    <dgm:cxn modelId="{9E0A65DF-D831-4528-8FD2-92E7C0BCF5F4}" srcId="{DFB398D5-B501-4437-B893-1E4CCD5C3A1B}" destId="{BFDEDFD1-2B2F-4106-A823-325D2A47CD52}" srcOrd="3" destOrd="0" parTransId="{78B4A09C-2A37-4332-88BA-64E094A18A2E}" sibTransId="{AA1EB91F-EA2A-4741-A945-9FFF38A66404}"/>
    <dgm:cxn modelId="{B4E894E8-735C-4104-A154-60ED3F0805F8}" type="presOf" srcId="{60461ECF-FF61-4862-85D7-2F84BC495610}" destId="{E5F94FF4-5488-46FB-8F11-F2687012764E}" srcOrd="0" destOrd="0" presId="urn:microsoft.com/office/officeart/2005/8/layout/hList1"/>
    <dgm:cxn modelId="{592645F1-33D5-4141-9C8E-5D6E08CAD6F6}" srcId="{0D8CAC14-2F9B-4E29-AED0-E1D896335BC6}" destId="{2BEA3805-04D0-4964-8F36-6A5639B543A3}" srcOrd="1" destOrd="0" parTransId="{2B21FA09-A083-4126-A39A-BC2827BE0EC7}" sibTransId="{EEDD8580-F721-4218-A113-A3E92C65BEC1}"/>
    <dgm:cxn modelId="{09D89CF1-ACF2-46B7-BF1F-B19664F87377}" type="presOf" srcId="{A437A513-0BB6-4394-A46E-1DC2EC3BCCA8}" destId="{B6FCE068-7082-4EE0-B8AA-128C686DB115}" srcOrd="0" destOrd="1" presId="urn:microsoft.com/office/officeart/2005/8/layout/hList1"/>
    <dgm:cxn modelId="{FA738BF4-A2A6-4E11-BA89-1CE1DC10700D}" type="presOf" srcId="{0B8E2A48-69E1-4582-9470-D3F4B8D9D526}" destId="{E5197D7A-F3BD-4A70-9393-F934F3D90BEC}" srcOrd="0" destOrd="0" presId="urn:microsoft.com/office/officeart/2005/8/layout/hList1"/>
    <dgm:cxn modelId="{C3073344-84BC-40C7-88A5-0176C1945498}" type="presParOf" srcId="{6EDD0D49-31CA-4335-A211-782BEBFB533D}" destId="{51B0687B-38FC-4743-80C1-271F22CB1BF1}" srcOrd="0" destOrd="0" presId="urn:microsoft.com/office/officeart/2005/8/layout/hList1"/>
    <dgm:cxn modelId="{946EBE91-2AF9-466A-B60B-A65E4E8CCB4E}" type="presParOf" srcId="{51B0687B-38FC-4743-80C1-271F22CB1BF1}" destId="{52397268-7F16-406B-A8C2-39A1ECD4FB45}" srcOrd="0" destOrd="0" presId="urn:microsoft.com/office/officeart/2005/8/layout/hList1"/>
    <dgm:cxn modelId="{67400AE5-6E4B-4493-8628-E839923DCD40}" type="presParOf" srcId="{51B0687B-38FC-4743-80C1-271F22CB1BF1}" destId="{A7FB964C-A54D-4761-AECF-346BF33B5DE1}" srcOrd="1" destOrd="0" presId="urn:microsoft.com/office/officeart/2005/8/layout/hList1"/>
    <dgm:cxn modelId="{45FC5DC1-5820-4D86-B76C-D3624F8CBBEB}" type="presParOf" srcId="{6EDD0D49-31CA-4335-A211-782BEBFB533D}" destId="{0F39496D-0D7D-4A3A-A326-D5FF89EE758A}" srcOrd="1" destOrd="0" presId="urn:microsoft.com/office/officeart/2005/8/layout/hList1"/>
    <dgm:cxn modelId="{8F4F6DA3-3293-45FD-A57B-FF217C512C7D}" type="presParOf" srcId="{6EDD0D49-31CA-4335-A211-782BEBFB533D}" destId="{BCE972E6-82CC-446C-85F9-7A330861EA4E}" srcOrd="2" destOrd="0" presId="urn:microsoft.com/office/officeart/2005/8/layout/hList1"/>
    <dgm:cxn modelId="{D296F33A-8784-4F5D-BC02-785481E447C0}" type="presParOf" srcId="{BCE972E6-82CC-446C-85F9-7A330861EA4E}" destId="{86F679D8-7E08-4B03-BFFC-CF69ADD366D0}" srcOrd="0" destOrd="0" presId="urn:microsoft.com/office/officeart/2005/8/layout/hList1"/>
    <dgm:cxn modelId="{1651590F-1D23-47C0-9F6C-294DEDC88B39}" type="presParOf" srcId="{BCE972E6-82CC-446C-85F9-7A330861EA4E}" destId="{B6FCE068-7082-4EE0-B8AA-128C686DB115}" srcOrd="1" destOrd="0" presId="urn:microsoft.com/office/officeart/2005/8/layout/hList1"/>
    <dgm:cxn modelId="{7D525596-69ED-48FD-A3A3-FA7E2113D77A}" type="presParOf" srcId="{6EDD0D49-31CA-4335-A211-782BEBFB533D}" destId="{AE9D74BA-64E8-4037-B10C-FED01F08DB91}" srcOrd="3" destOrd="0" presId="urn:microsoft.com/office/officeart/2005/8/layout/hList1"/>
    <dgm:cxn modelId="{4E28A05F-193A-4B18-B95E-D13910BEF556}" type="presParOf" srcId="{6EDD0D49-31CA-4335-A211-782BEBFB533D}" destId="{BB9600B3-8C2F-4BAA-83EC-7F01C3ED579F}" srcOrd="4" destOrd="0" presId="urn:microsoft.com/office/officeart/2005/8/layout/hList1"/>
    <dgm:cxn modelId="{90BC7A7F-F085-48A5-95DE-9EFBA75BDFF4}" type="presParOf" srcId="{BB9600B3-8C2F-4BAA-83EC-7F01C3ED579F}" destId="{9EB6C113-40DF-4889-A432-A0063222E712}" srcOrd="0" destOrd="0" presId="urn:microsoft.com/office/officeart/2005/8/layout/hList1"/>
    <dgm:cxn modelId="{1B97958D-7473-4E3F-9B21-44A4E4091D46}" type="presParOf" srcId="{BB9600B3-8C2F-4BAA-83EC-7F01C3ED579F}" destId="{A97DAC28-1833-4201-9528-80580E672403}" srcOrd="1" destOrd="0" presId="urn:microsoft.com/office/officeart/2005/8/layout/hList1"/>
    <dgm:cxn modelId="{B2499EE5-B3AA-4D94-8DB4-9A2A53134355}" type="presParOf" srcId="{6EDD0D49-31CA-4335-A211-782BEBFB533D}" destId="{262628F6-EEB0-4339-9AA5-5F267AE73194}" srcOrd="5" destOrd="0" presId="urn:microsoft.com/office/officeart/2005/8/layout/hList1"/>
    <dgm:cxn modelId="{C225827D-9CA4-487F-B195-5E44B3F71B7C}" type="presParOf" srcId="{6EDD0D49-31CA-4335-A211-782BEBFB533D}" destId="{15E21A0B-92AA-4B50-952D-754D31BDA4AA}" srcOrd="6" destOrd="0" presId="urn:microsoft.com/office/officeart/2005/8/layout/hList1"/>
    <dgm:cxn modelId="{632911CA-1382-4F33-9CC3-6EC927C8064C}" type="presParOf" srcId="{15E21A0B-92AA-4B50-952D-754D31BDA4AA}" destId="{A5541B48-6F6F-4B1A-AC94-03113EC3D7B8}" srcOrd="0" destOrd="0" presId="urn:microsoft.com/office/officeart/2005/8/layout/hList1"/>
    <dgm:cxn modelId="{06348AFA-5A66-4C0C-97D4-333BE30869B7}" type="presParOf" srcId="{15E21A0B-92AA-4B50-952D-754D31BDA4AA}" destId="{E5F94FF4-5488-46FB-8F11-F2687012764E}" srcOrd="1" destOrd="0" presId="urn:microsoft.com/office/officeart/2005/8/layout/hList1"/>
    <dgm:cxn modelId="{5FE987CA-FB8A-4EAF-AFDB-BA8C84F61B9E}" type="presParOf" srcId="{6EDD0D49-31CA-4335-A211-782BEBFB533D}" destId="{7868446C-F55D-45A4-92CF-E5121CB071F0}" srcOrd="7" destOrd="0" presId="urn:microsoft.com/office/officeart/2005/8/layout/hList1"/>
    <dgm:cxn modelId="{190D7B4F-EED0-4455-B074-38744FD8F29A}" type="presParOf" srcId="{6EDD0D49-31CA-4335-A211-782BEBFB533D}" destId="{CC992364-17D4-4718-BEB6-FE6208929C54}" srcOrd="8" destOrd="0" presId="urn:microsoft.com/office/officeart/2005/8/layout/hList1"/>
    <dgm:cxn modelId="{E22C8896-ED1D-4F73-A70A-472E7C9A3F55}" type="presParOf" srcId="{CC992364-17D4-4718-BEB6-FE6208929C54}" destId="{6EC087A3-F293-4744-85B2-198BE4E591B1}" srcOrd="0" destOrd="0" presId="urn:microsoft.com/office/officeart/2005/8/layout/hList1"/>
    <dgm:cxn modelId="{BC580C95-F9EB-4F48-8BAC-4DA9E4759607}" type="presParOf" srcId="{CC992364-17D4-4718-BEB6-FE6208929C54}" destId="{E5197D7A-F3BD-4A70-9393-F934F3D90B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DC2510-EA4C-43AC-AD8D-907236BE26BC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706C951-1B7A-48E1-A3D2-612652EFDBF2}">
      <dgm:prSet phldrT="[Text]"/>
      <dgm:spPr/>
      <dgm:t>
        <a:bodyPr/>
        <a:lstStyle/>
        <a:p>
          <a:pPr>
            <a:buNone/>
          </a:pPr>
          <a:r>
            <a:rPr lang="en-US" b="1" dirty="0"/>
            <a:t>Vertical Expansion (Failure Depth)</a:t>
          </a:r>
          <a:endParaRPr lang="en-US" dirty="0"/>
        </a:p>
      </dgm:t>
    </dgm:pt>
    <dgm:pt modelId="{A6BFA311-1F9F-48E0-ADF9-035BC90FDD61}" type="parTrans" cxnId="{223D6D30-7771-4967-B384-47F57A5D377F}">
      <dgm:prSet/>
      <dgm:spPr/>
      <dgm:t>
        <a:bodyPr/>
        <a:lstStyle/>
        <a:p>
          <a:endParaRPr lang="en-US"/>
        </a:p>
      </dgm:t>
    </dgm:pt>
    <dgm:pt modelId="{EDC7A6D9-CA73-4944-9639-D36455E9005F}" type="sibTrans" cxnId="{223D6D30-7771-4967-B384-47F57A5D377F}">
      <dgm:prSet/>
      <dgm:spPr/>
      <dgm:t>
        <a:bodyPr/>
        <a:lstStyle/>
        <a:p>
          <a:endParaRPr lang="en-US"/>
        </a:p>
      </dgm:t>
    </dgm:pt>
    <dgm:pt modelId="{9A0654DB-5B5E-41FA-A260-6371934CB2B4}">
      <dgm:prSet/>
      <dgm:spPr/>
      <dgm:t>
        <a:bodyPr/>
        <a:lstStyle/>
        <a:p>
          <a:pPr>
            <a:buNone/>
          </a:pPr>
          <a:r>
            <a:rPr lang="en-US" dirty="0"/>
            <a:t>Failures are introduced progressively:</a:t>
          </a:r>
        </a:p>
      </dgm:t>
    </dgm:pt>
    <dgm:pt modelId="{DD6300C2-9A09-40AF-A772-2B80EC59EC22}" type="parTrans" cxnId="{04284458-6C3C-4A0B-BF7C-869EAE9F278C}">
      <dgm:prSet/>
      <dgm:spPr/>
      <dgm:t>
        <a:bodyPr/>
        <a:lstStyle/>
        <a:p>
          <a:endParaRPr lang="en-US"/>
        </a:p>
      </dgm:t>
    </dgm:pt>
    <dgm:pt modelId="{C50AEBA6-8367-4460-A787-7B2EDAC85273}" type="sibTrans" cxnId="{04284458-6C3C-4A0B-BF7C-869EAE9F278C}">
      <dgm:prSet/>
      <dgm:spPr/>
      <dgm:t>
        <a:bodyPr/>
        <a:lstStyle/>
        <a:p>
          <a:endParaRPr lang="en-US"/>
        </a:p>
      </dgm:t>
    </dgm:pt>
    <dgm:pt modelId="{D987C303-FD46-450C-BC3C-A162343D0F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Classical failures:</a:t>
          </a:r>
        </a:p>
      </dgm:t>
    </dgm:pt>
    <dgm:pt modelId="{0B21DA9D-2E20-4FF1-9021-7DA910B47C1B}" type="parTrans" cxnId="{DC6E29F3-6546-49F8-871C-F1A89FCD0640}">
      <dgm:prSet/>
      <dgm:spPr/>
      <dgm:t>
        <a:bodyPr/>
        <a:lstStyle/>
        <a:p>
          <a:endParaRPr lang="en-US"/>
        </a:p>
      </dgm:t>
    </dgm:pt>
    <dgm:pt modelId="{6CF0136F-D575-44CB-BA4A-DA8ED11A2548}" type="sibTrans" cxnId="{DC6E29F3-6546-49F8-871C-F1A89FCD0640}">
      <dgm:prSet/>
      <dgm:spPr/>
      <dgm:t>
        <a:bodyPr/>
        <a:lstStyle/>
        <a:p>
          <a:endParaRPr lang="en-US"/>
        </a:p>
      </dgm:t>
    </dgm:pt>
    <dgm:pt modelId="{98F3C5E7-9015-43CC-84A3-3289B6905D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Demand drift</a:t>
          </a:r>
        </a:p>
      </dgm:t>
    </dgm:pt>
    <dgm:pt modelId="{046C1099-BF7B-480E-9C74-9F5391445113}" type="parTrans" cxnId="{1CC62B5A-FF5E-4C97-B19B-E578EE9FF349}">
      <dgm:prSet/>
      <dgm:spPr/>
      <dgm:t>
        <a:bodyPr/>
        <a:lstStyle/>
        <a:p>
          <a:endParaRPr lang="en-US"/>
        </a:p>
      </dgm:t>
    </dgm:pt>
    <dgm:pt modelId="{87714DA6-3D35-446C-89D6-40E88F754BE4}" type="sibTrans" cxnId="{1CC62B5A-FF5E-4C97-B19B-E578EE9FF349}">
      <dgm:prSet/>
      <dgm:spPr/>
      <dgm:t>
        <a:bodyPr/>
        <a:lstStyle/>
        <a:p>
          <a:endParaRPr lang="en-US"/>
        </a:p>
      </dgm:t>
    </dgm:pt>
    <dgm:pt modelId="{693E0C56-0EEE-4C5B-B6B5-A78B218DC2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Signal delays</a:t>
          </a:r>
        </a:p>
      </dgm:t>
    </dgm:pt>
    <dgm:pt modelId="{422D7A48-7E3A-4A16-875C-3C5AEC228206}" type="parTrans" cxnId="{6013C689-C6CB-4794-8999-FC32FB470307}">
      <dgm:prSet/>
      <dgm:spPr/>
      <dgm:t>
        <a:bodyPr/>
        <a:lstStyle/>
        <a:p>
          <a:endParaRPr lang="en-US"/>
        </a:p>
      </dgm:t>
    </dgm:pt>
    <dgm:pt modelId="{42E6C8FF-6B3C-4D02-B051-1DEEFAD37D9E}" type="sibTrans" cxnId="{6013C689-C6CB-4794-8999-FC32FB470307}">
      <dgm:prSet/>
      <dgm:spPr/>
      <dgm:t>
        <a:bodyPr/>
        <a:lstStyle/>
        <a:p>
          <a:endParaRPr lang="en-US"/>
        </a:p>
      </dgm:t>
    </dgm:pt>
    <dgm:pt modelId="{5F4ACF36-0642-4650-8517-4D05A20485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Structural failures:</a:t>
          </a:r>
        </a:p>
      </dgm:t>
    </dgm:pt>
    <dgm:pt modelId="{F4E58595-72BF-40B8-BF92-7651A411535E}" type="parTrans" cxnId="{00BB1BE4-CFC3-49C6-85A6-A9878BFC1411}">
      <dgm:prSet/>
      <dgm:spPr/>
      <dgm:t>
        <a:bodyPr/>
        <a:lstStyle/>
        <a:p>
          <a:endParaRPr lang="en-US"/>
        </a:p>
      </dgm:t>
    </dgm:pt>
    <dgm:pt modelId="{8CE59891-F9A5-4368-AD1E-E810F71B384E}" type="sibTrans" cxnId="{00BB1BE4-CFC3-49C6-85A6-A9878BFC1411}">
      <dgm:prSet/>
      <dgm:spPr/>
      <dgm:t>
        <a:bodyPr/>
        <a:lstStyle/>
        <a:p>
          <a:endParaRPr lang="en-US"/>
        </a:p>
      </dgm:t>
    </dgm:pt>
    <dgm:pt modelId="{4C6D4F8F-C642-4EC5-912D-F0763D6C87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Coupled departments</a:t>
          </a:r>
        </a:p>
      </dgm:t>
    </dgm:pt>
    <dgm:pt modelId="{227851C7-57A4-40C8-AD08-D216298EC919}" type="parTrans" cxnId="{D968C5F6-0F9C-4605-B29A-F51AE1EC46B3}">
      <dgm:prSet/>
      <dgm:spPr/>
      <dgm:t>
        <a:bodyPr/>
        <a:lstStyle/>
        <a:p>
          <a:endParaRPr lang="en-US"/>
        </a:p>
      </dgm:t>
    </dgm:pt>
    <dgm:pt modelId="{A8FCA5D3-0D3E-4F69-B5EA-D20581EF6E3C}" type="sibTrans" cxnId="{D968C5F6-0F9C-4605-B29A-F51AE1EC46B3}">
      <dgm:prSet/>
      <dgm:spPr/>
      <dgm:t>
        <a:bodyPr/>
        <a:lstStyle/>
        <a:p>
          <a:endParaRPr lang="en-US"/>
        </a:p>
      </dgm:t>
    </dgm:pt>
    <dgm:pt modelId="{954506E1-8313-4E8F-B68B-11DEF4921A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Regime shifts across store clusters</a:t>
          </a:r>
        </a:p>
      </dgm:t>
    </dgm:pt>
    <dgm:pt modelId="{901FAD5F-1A50-47F3-9966-FDAE18579A0C}" type="parTrans" cxnId="{E26EB060-87EE-4841-9F0A-31B8A20718D8}">
      <dgm:prSet/>
      <dgm:spPr/>
      <dgm:t>
        <a:bodyPr/>
        <a:lstStyle/>
        <a:p>
          <a:endParaRPr lang="en-US"/>
        </a:p>
      </dgm:t>
    </dgm:pt>
    <dgm:pt modelId="{5D9AEEC6-E9F7-4353-8E3A-FE3AC2899088}" type="sibTrans" cxnId="{E26EB060-87EE-4841-9F0A-31B8A20718D8}">
      <dgm:prSet/>
      <dgm:spPr/>
      <dgm:t>
        <a:bodyPr/>
        <a:lstStyle/>
        <a:p>
          <a:endParaRPr lang="en-US"/>
        </a:p>
      </dgm:t>
    </dgm:pt>
    <dgm:pt modelId="{41128B93-37AB-48AF-B04E-D20F5C1944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Behavioral failures:</a:t>
          </a:r>
        </a:p>
      </dgm:t>
    </dgm:pt>
    <dgm:pt modelId="{BEF3A4E5-87D5-49BC-8FD0-F86BA2A5AD52}" type="parTrans" cxnId="{8CF90109-1FA2-4935-8DFD-58F3C5666994}">
      <dgm:prSet/>
      <dgm:spPr/>
      <dgm:t>
        <a:bodyPr/>
        <a:lstStyle/>
        <a:p>
          <a:endParaRPr lang="en-US"/>
        </a:p>
      </dgm:t>
    </dgm:pt>
    <dgm:pt modelId="{7A6F8EAE-2708-49C4-B1AC-07271139C4C1}" type="sibTrans" cxnId="{8CF90109-1FA2-4935-8DFD-58F3C5666994}">
      <dgm:prSet/>
      <dgm:spPr/>
      <dgm:t>
        <a:bodyPr/>
        <a:lstStyle/>
        <a:p>
          <a:endParaRPr lang="en-US"/>
        </a:p>
      </dgm:t>
    </dgm:pt>
    <dgm:pt modelId="{68A5568A-8E9B-42E2-AD9A-D5528F74A74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Bias</a:t>
          </a:r>
        </a:p>
      </dgm:t>
    </dgm:pt>
    <dgm:pt modelId="{2C96E93B-F827-4D19-8B6F-83BE49975344}" type="parTrans" cxnId="{AA93AEAA-F468-410D-8811-A3A1EDE8F2B4}">
      <dgm:prSet/>
      <dgm:spPr/>
      <dgm:t>
        <a:bodyPr/>
        <a:lstStyle/>
        <a:p>
          <a:endParaRPr lang="en-US"/>
        </a:p>
      </dgm:t>
    </dgm:pt>
    <dgm:pt modelId="{642850FD-F9EE-4537-A627-EB96C0E6FCB4}" type="sibTrans" cxnId="{AA93AEAA-F468-410D-8811-A3A1EDE8F2B4}">
      <dgm:prSet/>
      <dgm:spPr/>
      <dgm:t>
        <a:bodyPr/>
        <a:lstStyle/>
        <a:p>
          <a:endParaRPr lang="en-US"/>
        </a:p>
      </dgm:t>
    </dgm:pt>
    <dgm:pt modelId="{DF996D04-F2BD-46E7-B25A-F19D0F652D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Feedback amplification</a:t>
          </a:r>
        </a:p>
      </dgm:t>
    </dgm:pt>
    <dgm:pt modelId="{0D86C6B7-23AA-4052-BB8E-F25D35E31D56}" type="parTrans" cxnId="{14A0F2EE-DD45-45B6-901D-2682CF01CF01}">
      <dgm:prSet/>
      <dgm:spPr/>
      <dgm:t>
        <a:bodyPr/>
        <a:lstStyle/>
        <a:p>
          <a:endParaRPr lang="en-US"/>
        </a:p>
      </dgm:t>
    </dgm:pt>
    <dgm:pt modelId="{3D19C8FB-13D2-4FCD-8EA8-B29C6FF35325}" type="sibTrans" cxnId="{14A0F2EE-DD45-45B6-901D-2682CF01CF01}">
      <dgm:prSet/>
      <dgm:spPr/>
      <dgm:t>
        <a:bodyPr/>
        <a:lstStyle/>
        <a:p>
          <a:endParaRPr lang="en-US"/>
        </a:p>
      </dgm:t>
    </dgm:pt>
    <dgm:pt modelId="{180E18B4-57B9-4456-9DD6-E2DAAFAFD6D5}">
      <dgm:prSet/>
      <dgm:spPr/>
      <dgm:t>
        <a:bodyPr/>
        <a:lstStyle/>
        <a:p>
          <a:pPr>
            <a:buNone/>
          </a:pPr>
          <a:r>
            <a:rPr lang="en-US"/>
            <a:t>Purpose:</a:t>
          </a:r>
        </a:p>
      </dgm:t>
    </dgm:pt>
    <dgm:pt modelId="{EE25EBEF-61EA-4F7A-AD30-E1390E767EB4}" type="parTrans" cxnId="{B6336BA3-08B3-429A-A47E-E8837792C82E}">
      <dgm:prSet/>
      <dgm:spPr/>
      <dgm:t>
        <a:bodyPr/>
        <a:lstStyle/>
        <a:p>
          <a:endParaRPr lang="en-US"/>
        </a:p>
      </dgm:t>
    </dgm:pt>
    <dgm:pt modelId="{BABBDF65-22FF-4B4B-BF88-9C62C84C7548}" type="sibTrans" cxnId="{B6336BA3-08B3-429A-A47E-E8837792C82E}">
      <dgm:prSet/>
      <dgm:spPr/>
      <dgm:t>
        <a:bodyPr/>
        <a:lstStyle/>
        <a:p>
          <a:endParaRPr lang="en-US"/>
        </a:p>
      </dgm:t>
    </dgm:pt>
    <dgm:pt modelId="{31C02E69-4416-4585-9C52-BC4B3B7B45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Study </a:t>
          </a:r>
          <a:r>
            <a:rPr lang="en-US" i="1" dirty="0"/>
            <a:t>how degradation accumulates</a:t>
          </a:r>
          <a:r>
            <a:rPr lang="en-US" dirty="0"/>
            <a:t>, not how </a:t>
          </a:r>
          <a:r>
            <a:rPr lang="en-US"/>
            <a:t>systems crash</a:t>
          </a:r>
          <a:endParaRPr lang="en-US" dirty="0"/>
        </a:p>
      </dgm:t>
    </dgm:pt>
    <dgm:pt modelId="{3A86FBE9-FEAF-4BB9-8A5C-760091454AA2}" type="parTrans" cxnId="{63EF7E07-1121-41ED-B50B-CDA3883FC980}">
      <dgm:prSet/>
      <dgm:spPr/>
      <dgm:t>
        <a:bodyPr/>
        <a:lstStyle/>
        <a:p>
          <a:endParaRPr lang="en-US"/>
        </a:p>
      </dgm:t>
    </dgm:pt>
    <dgm:pt modelId="{7CF8D272-9C13-4E55-BD09-AA5F931C2A7E}" type="sibTrans" cxnId="{63EF7E07-1121-41ED-B50B-CDA3883FC980}">
      <dgm:prSet/>
      <dgm:spPr/>
      <dgm:t>
        <a:bodyPr/>
        <a:lstStyle/>
        <a:p>
          <a:endParaRPr lang="en-US"/>
        </a:p>
      </dgm:t>
    </dgm:pt>
    <dgm:pt modelId="{C1A5D483-8F6A-4523-8889-F309810B2D83}" type="pres">
      <dgm:prSet presAssocID="{BDDC2510-EA4C-43AC-AD8D-907236BE26BC}" presName="Name0" presStyleCnt="0">
        <dgm:presLayoutVars>
          <dgm:dir/>
          <dgm:animLvl val="lvl"/>
          <dgm:resizeHandles val="exact"/>
        </dgm:presLayoutVars>
      </dgm:prSet>
      <dgm:spPr/>
    </dgm:pt>
    <dgm:pt modelId="{991F4D88-3E73-4033-A72E-5A3BE4550FB5}" type="pres">
      <dgm:prSet presAssocID="{2706C951-1B7A-48E1-A3D2-612652EFDBF2}" presName="linNode" presStyleCnt="0"/>
      <dgm:spPr/>
    </dgm:pt>
    <dgm:pt modelId="{FC128CC1-D709-4923-82D7-5962BAA22BF2}" type="pres">
      <dgm:prSet presAssocID="{2706C951-1B7A-48E1-A3D2-612652EFDBF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1F6CA0C-5EE2-41DD-8B6A-B24360A4F900}" type="pres">
      <dgm:prSet presAssocID="{2706C951-1B7A-48E1-A3D2-612652EFDBF2}" presName="descendantText" presStyleLbl="alignAccFollowNode1" presStyleIdx="0" presStyleCnt="5">
        <dgm:presLayoutVars>
          <dgm:bulletEnabled val="1"/>
        </dgm:presLayoutVars>
      </dgm:prSet>
      <dgm:spPr/>
    </dgm:pt>
    <dgm:pt modelId="{D21CF562-8F31-4934-A9D7-DB7FE0293AD1}" type="pres">
      <dgm:prSet presAssocID="{EDC7A6D9-CA73-4944-9639-D36455E9005F}" presName="sp" presStyleCnt="0"/>
      <dgm:spPr/>
    </dgm:pt>
    <dgm:pt modelId="{D26EA298-8C4B-417A-AA45-1280452E07B8}" type="pres">
      <dgm:prSet presAssocID="{D987C303-FD46-450C-BC3C-A162343D0F55}" presName="linNode" presStyleCnt="0"/>
      <dgm:spPr/>
    </dgm:pt>
    <dgm:pt modelId="{A56925C5-2CAC-4B1D-AC57-F408746BE7B8}" type="pres">
      <dgm:prSet presAssocID="{D987C303-FD46-450C-BC3C-A162343D0F5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8A6B15D9-B9F6-4AC2-971E-82F49D1FCD1D}" type="pres">
      <dgm:prSet presAssocID="{D987C303-FD46-450C-BC3C-A162343D0F55}" presName="descendantText" presStyleLbl="alignAccFollowNode1" presStyleIdx="1" presStyleCnt="5">
        <dgm:presLayoutVars>
          <dgm:bulletEnabled val="1"/>
        </dgm:presLayoutVars>
      </dgm:prSet>
      <dgm:spPr/>
    </dgm:pt>
    <dgm:pt modelId="{2B91E75C-AC89-4A40-A57D-0B99250E9FC4}" type="pres">
      <dgm:prSet presAssocID="{6CF0136F-D575-44CB-BA4A-DA8ED11A2548}" presName="sp" presStyleCnt="0"/>
      <dgm:spPr/>
    </dgm:pt>
    <dgm:pt modelId="{F4B86684-7104-4B95-9506-60B433AF1E8A}" type="pres">
      <dgm:prSet presAssocID="{5F4ACF36-0642-4650-8517-4D05A2048550}" presName="linNode" presStyleCnt="0"/>
      <dgm:spPr/>
    </dgm:pt>
    <dgm:pt modelId="{F3C7C957-EA1D-408D-A505-22844692B0C5}" type="pres">
      <dgm:prSet presAssocID="{5F4ACF36-0642-4650-8517-4D05A2048550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C5A7B9F-B7F3-4697-9BE7-C9DA18CAC9F7}" type="pres">
      <dgm:prSet presAssocID="{5F4ACF36-0642-4650-8517-4D05A2048550}" presName="descendantText" presStyleLbl="alignAccFollowNode1" presStyleIdx="2" presStyleCnt="5">
        <dgm:presLayoutVars>
          <dgm:bulletEnabled val="1"/>
        </dgm:presLayoutVars>
      </dgm:prSet>
      <dgm:spPr/>
    </dgm:pt>
    <dgm:pt modelId="{EDAADFA2-0028-4985-BEC8-C577C46A69E7}" type="pres">
      <dgm:prSet presAssocID="{8CE59891-F9A5-4368-AD1E-E810F71B384E}" presName="sp" presStyleCnt="0"/>
      <dgm:spPr/>
    </dgm:pt>
    <dgm:pt modelId="{E842D5E9-9633-423F-ADFD-290B8C86D8B7}" type="pres">
      <dgm:prSet presAssocID="{41128B93-37AB-48AF-B04E-D20F5C1944CF}" presName="linNode" presStyleCnt="0"/>
      <dgm:spPr/>
    </dgm:pt>
    <dgm:pt modelId="{C15E8001-9648-4C20-B45A-F69FFF0C627B}" type="pres">
      <dgm:prSet presAssocID="{41128B93-37AB-48AF-B04E-D20F5C1944C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077208F-10E2-43DD-83BD-39F54E8DD31C}" type="pres">
      <dgm:prSet presAssocID="{41128B93-37AB-48AF-B04E-D20F5C1944CF}" presName="descendantText" presStyleLbl="alignAccFollowNode1" presStyleIdx="3" presStyleCnt="5">
        <dgm:presLayoutVars>
          <dgm:bulletEnabled val="1"/>
        </dgm:presLayoutVars>
      </dgm:prSet>
      <dgm:spPr/>
    </dgm:pt>
    <dgm:pt modelId="{90AC33F7-6FD1-4219-9325-719162F3A4D1}" type="pres">
      <dgm:prSet presAssocID="{7A6F8EAE-2708-49C4-B1AC-07271139C4C1}" presName="sp" presStyleCnt="0"/>
      <dgm:spPr/>
    </dgm:pt>
    <dgm:pt modelId="{F5DDC078-24F5-449A-8CF9-7435915A9782}" type="pres">
      <dgm:prSet presAssocID="{180E18B4-57B9-4456-9DD6-E2DAAFAFD6D5}" presName="linNode" presStyleCnt="0"/>
      <dgm:spPr/>
    </dgm:pt>
    <dgm:pt modelId="{1440B33D-C15C-4F35-89F2-EEA480B3B9CC}" type="pres">
      <dgm:prSet presAssocID="{180E18B4-57B9-4456-9DD6-E2DAAFAFD6D5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6E6E2620-A107-48C5-B93A-2D5A8723B1A6}" type="pres">
      <dgm:prSet presAssocID="{180E18B4-57B9-4456-9DD6-E2DAAFAFD6D5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CA852D01-C04B-4E82-B388-2E3019ABBACA}" type="presOf" srcId="{180E18B4-57B9-4456-9DD6-E2DAAFAFD6D5}" destId="{1440B33D-C15C-4F35-89F2-EEA480B3B9CC}" srcOrd="0" destOrd="0" presId="urn:microsoft.com/office/officeart/2005/8/layout/vList5"/>
    <dgm:cxn modelId="{63EF7E07-1121-41ED-B50B-CDA3883FC980}" srcId="{180E18B4-57B9-4456-9DD6-E2DAAFAFD6D5}" destId="{31C02E69-4416-4585-9C52-BC4B3B7B4573}" srcOrd="0" destOrd="0" parTransId="{3A86FBE9-FEAF-4BB9-8A5C-760091454AA2}" sibTransId="{7CF8D272-9C13-4E55-BD09-AA5F931C2A7E}"/>
    <dgm:cxn modelId="{8CF90109-1FA2-4935-8DFD-58F3C5666994}" srcId="{BDDC2510-EA4C-43AC-AD8D-907236BE26BC}" destId="{41128B93-37AB-48AF-B04E-D20F5C1944CF}" srcOrd="3" destOrd="0" parTransId="{BEF3A4E5-87D5-49BC-8FD0-F86BA2A5AD52}" sibTransId="{7A6F8EAE-2708-49C4-B1AC-07271139C4C1}"/>
    <dgm:cxn modelId="{CD3A9911-6F00-41B8-8025-2BFC4C95657A}" type="presOf" srcId="{68A5568A-8E9B-42E2-AD9A-D5528F74A74F}" destId="{5077208F-10E2-43DD-83BD-39F54E8DD31C}" srcOrd="0" destOrd="0" presId="urn:microsoft.com/office/officeart/2005/8/layout/vList5"/>
    <dgm:cxn modelId="{4219CB18-62C2-42C8-96C5-D7ADC9067B81}" type="presOf" srcId="{DF996D04-F2BD-46E7-B25A-F19D0F652DC2}" destId="{5077208F-10E2-43DD-83BD-39F54E8DD31C}" srcOrd="0" destOrd="1" presId="urn:microsoft.com/office/officeart/2005/8/layout/vList5"/>
    <dgm:cxn modelId="{5D842B25-C1F8-41C6-8A0E-A8462F8DA816}" type="presOf" srcId="{9A0654DB-5B5E-41FA-A260-6371934CB2B4}" destId="{E1F6CA0C-5EE2-41DD-8B6A-B24360A4F900}" srcOrd="0" destOrd="0" presId="urn:microsoft.com/office/officeart/2005/8/layout/vList5"/>
    <dgm:cxn modelId="{6086A225-EB49-47D9-9C44-E2525EEDE660}" type="presOf" srcId="{41128B93-37AB-48AF-B04E-D20F5C1944CF}" destId="{C15E8001-9648-4C20-B45A-F69FFF0C627B}" srcOrd="0" destOrd="0" presId="urn:microsoft.com/office/officeart/2005/8/layout/vList5"/>
    <dgm:cxn modelId="{6003B526-E527-4CF1-913D-8B04801623E3}" type="presOf" srcId="{4C6D4F8F-C642-4EC5-912D-F0763D6C875C}" destId="{BC5A7B9F-B7F3-4697-9BE7-C9DA18CAC9F7}" srcOrd="0" destOrd="0" presId="urn:microsoft.com/office/officeart/2005/8/layout/vList5"/>
    <dgm:cxn modelId="{49918B28-0BF0-4FAE-B849-EA4BE0A1C5D6}" type="presOf" srcId="{31C02E69-4416-4585-9C52-BC4B3B7B4573}" destId="{6E6E2620-A107-48C5-B93A-2D5A8723B1A6}" srcOrd="0" destOrd="0" presId="urn:microsoft.com/office/officeart/2005/8/layout/vList5"/>
    <dgm:cxn modelId="{223D6D30-7771-4967-B384-47F57A5D377F}" srcId="{BDDC2510-EA4C-43AC-AD8D-907236BE26BC}" destId="{2706C951-1B7A-48E1-A3D2-612652EFDBF2}" srcOrd="0" destOrd="0" parTransId="{A6BFA311-1F9F-48E0-ADF9-035BC90FDD61}" sibTransId="{EDC7A6D9-CA73-4944-9639-D36455E9005F}"/>
    <dgm:cxn modelId="{E26EB060-87EE-4841-9F0A-31B8A20718D8}" srcId="{5F4ACF36-0642-4650-8517-4D05A2048550}" destId="{954506E1-8313-4E8F-B68B-11DEF4921AA0}" srcOrd="1" destOrd="0" parTransId="{901FAD5F-1A50-47F3-9966-FDAE18579A0C}" sibTransId="{5D9AEEC6-E9F7-4353-8E3A-FE3AC2899088}"/>
    <dgm:cxn modelId="{80607C42-C44B-4F70-B0AB-37569829D9EA}" type="presOf" srcId="{BDDC2510-EA4C-43AC-AD8D-907236BE26BC}" destId="{C1A5D483-8F6A-4523-8889-F309810B2D83}" srcOrd="0" destOrd="0" presId="urn:microsoft.com/office/officeart/2005/8/layout/vList5"/>
    <dgm:cxn modelId="{77C95353-F552-42BC-9567-F176CB4DD271}" type="presOf" srcId="{D987C303-FD46-450C-BC3C-A162343D0F55}" destId="{A56925C5-2CAC-4B1D-AC57-F408746BE7B8}" srcOrd="0" destOrd="0" presId="urn:microsoft.com/office/officeart/2005/8/layout/vList5"/>
    <dgm:cxn modelId="{5CA12578-7457-4D69-B378-1A8971133342}" type="presOf" srcId="{2706C951-1B7A-48E1-A3D2-612652EFDBF2}" destId="{FC128CC1-D709-4923-82D7-5962BAA22BF2}" srcOrd="0" destOrd="0" presId="urn:microsoft.com/office/officeart/2005/8/layout/vList5"/>
    <dgm:cxn modelId="{04284458-6C3C-4A0B-BF7C-869EAE9F278C}" srcId="{2706C951-1B7A-48E1-A3D2-612652EFDBF2}" destId="{9A0654DB-5B5E-41FA-A260-6371934CB2B4}" srcOrd="0" destOrd="0" parTransId="{DD6300C2-9A09-40AF-A772-2B80EC59EC22}" sibTransId="{C50AEBA6-8367-4460-A787-7B2EDAC85273}"/>
    <dgm:cxn modelId="{4821D978-3C0A-429C-903F-B8DDF5F5D68D}" type="presOf" srcId="{5F4ACF36-0642-4650-8517-4D05A2048550}" destId="{F3C7C957-EA1D-408D-A505-22844692B0C5}" srcOrd="0" destOrd="0" presId="urn:microsoft.com/office/officeart/2005/8/layout/vList5"/>
    <dgm:cxn modelId="{1CC62B5A-FF5E-4C97-B19B-E578EE9FF349}" srcId="{D987C303-FD46-450C-BC3C-A162343D0F55}" destId="{98F3C5E7-9015-43CC-84A3-3289B6905D71}" srcOrd="0" destOrd="0" parTransId="{046C1099-BF7B-480E-9C74-9F5391445113}" sibTransId="{87714DA6-3D35-446C-89D6-40E88F754BE4}"/>
    <dgm:cxn modelId="{AE302D82-BD9D-4D31-9763-E970094EEF0B}" type="presOf" srcId="{98F3C5E7-9015-43CC-84A3-3289B6905D71}" destId="{8A6B15D9-B9F6-4AC2-971E-82F49D1FCD1D}" srcOrd="0" destOrd="0" presId="urn:microsoft.com/office/officeart/2005/8/layout/vList5"/>
    <dgm:cxn modelId="{6013C689-C6CB-4794-8999-FC32FB470307}" srcId="{D987C303-FD46-450C-BC3C-A162343D0F55}" destId="{693E0C56-0EEE-4C5B-B6B5-A78B218DC222}" srcOrd="1" destOrd="0" parTransId="{422D7A48-7E3A-4A16-875C-3C5AEC228206}" sibTransId="{42E6C8FF-6B3C-4D02-B051-1DEEFAD37D9E}"/>
    <dgm:cxn modelId="{B6336BA3-08B3-429A-A47E-E8837792C82E}" srcId="{BDDC2510-EA4C-43AC-AD8D-907236BE26BC}" destId="{180E18B4-57B9-4456-9DD6-E2DAAFAFD6D5}" srcOrd="4" destOrd="0" parTransId="{EE25EBEF-61EA-4F7A-AD30-E1390E767EB4}" sibTransId="{BABBDF65-22FF-4B4B-BF88-9C62C84C7548}"/>
    <dgm:cxn modelId="{AA93AEAA-F468-410D-8811-A3A1EDE8F2B4}" srcId="{41128B93-37AB-48AF-B04E-D20F5C1944CF}" destId="{68A5568A-8E9B-42E2-AD9A-D5528F74A74F}" srcOrd="0" destOrd="0" parTransId="{2C96E93B-F827-4D19-8B6F-83BE49975344}" sibTransId="{642850FD-F9EE-4537-A627-EB96C0E6FCB4}"/>
    <dgm:cxn modelId="{5A48F1B6-9069-4BD1-B46A-C23BD86A6C61}" type="presOf" srcId="{954506E1-8313-4E8F-B68B-11DEF4921AA0}" destId="{BC5A7B9F-B7F3-4697-9BE7-C9DA18CAC9F7}" srcOrd="0" destOrd="1" presId="urn:microsoft.com/office/officeart/2005/8/layout/vList5"/>
    <dgm:cxn modelId="{E8AE60D9-CBCF-496A-BE93-2F0B98417FA3}" type="presOf" srcId="{693E0C56-0EEE-4C5B-B6B5-A78B218DC222}" destId="{8A6B15D9-B9F6-4AC2-971E-82F49D1FCD1D}" srcOrd="0" destOrd="1" presId="urn:microsoft.com/office/officeart/2005/8/layout/vList5"/>
    <dgm:cxn modelId="{00BB1BE4-CFC3-49C6-85A6-A9878BFC1411}" srcId="{BDDC2510-EA4C-43AC-AD8D-907236BE26BC}" destId="{5F4ACF36-0642-4650-8517-4D05A2048550}" srcOrd="2" destOrd="0" parTransId="{F4E58595-72BF-40B8-BF92-7651A411535E}" sibTransId="{8CE59891-F9A5-4368-AD1E-E810F71B384E}"/>
    <dgm:cxn modelId="{14A0F2EE-DD45-45B6-901D-2682CF01CF01}" srcId="{41128B93-37AB-48AF-B04E-D20F5C1944CF}" destId="{DF996D04-F2BD-46E7-B25A-F19D0F652DC2}" srcOrd="1" destOrd="0" parTransId="{0D86C6B7-23AA-4052-BB8E-F25D35E31D56}" sibTransId="{3D19C8FB-13D2-4FCD-8EA8-B29C6FF35325}"/>
    <dgm:cxn modelId="{DC6E29F3-6546-49F8-871C-F1A89FCD0640}" srcId="{BDDC2510-EA4C-43AC-AD8D-907236BE26BC}" destId="{D987C303-FD46-450C-BC3C-A162343D0F55}" srcOrd="1" destOrd="0" parTransId="{0B21DA9D-2E20-4FF1-9021-7DA910B47C1B}" sibTransId="{6CF0136F-D575-44CB-BA4A-DA8ED11A2548}"/>
    <dgm:cxn modelId="{D968C5F6-0F9C-4605-B29A-F51AE1EC46B3}" srcId="{5F4ACF36-0642-4650-8517-4D05A2048550}" destId="{4C6D4F8F-C642-4EC5-912D-F0763D6C875C}" srcOrd="0" destOrd="0" parTransId="{227851C7-57A4-40C8-AD08-D216298EC919}" sibTransId="{A8FCA5D3-0D3E-4F69-B5EA-D20581EF6E3C}"/>
    <dgm:cxn modelId="{3DF6F62E-85F1-43C7-B603-AE681F163B59}" type="presParOf" srcId="{C1A5D483-8F6A-4523-8889-F309810B2D83}" destId="{991F4D88-3E73-4033-A72E-5A3BE4550FB5}" srcOrd="0" destOrd="0" presId="urn:microsoft.com/office/officeart/2005/8/layout/vList5"/>
    <dgm:cxn modelId="{C77386FA-7E8F-46C1-9AD8-AB2ED501E6E5}" type="presParOf" srcId="{991F4D88-3E73-4033-A72E-5A3BE4550FB5}" destId="{FC128CC1-D709-4923-82D7-5962BAA22BF2}" srcOrd="0" destOrd="0" presId="urn:microsoft.com/office/officeart/2005/8/layout/vList5"/>
    <dgm:cxn modelId="{FBB37FB2-41EA-401E-BC2E-2C6D4E296C16}" type="presParOf" srcId="{991F4D88-3E73-4033-A72E-5A3BE4550FB5}" destId="{E1F6CA0C-5EE2-41DD-8B6A-B24360A4F900}" srcOrd="1" destOrd="0" presId="urn:microsoft.com/office/officeart/2005/8/layout/vList5"/>
    <dgm:cxn modelId="{860499A2-6F04-4E3F-B0DE-029C7D048A75}" type="presParOf" srcId="{C1A5D483-8F6A-4523-8889-F309810B2D83}" destId="{D21CF562-8F31-4934-A9D7-DB7FE0293AD1}" srcOrd="1" destOrd="0" presId="urn:microsoft.com/office/officeart/2005/8/layout/vList5"/>
    <dgm:cxn modelId="{82A94F39-7CA8-41B9-A82E-9C1A3CE97D2E}" type="presParOf" srcId="{C1A5D483-8F6A-4523-8889-F309810B2D83}" destId="{D26EA298-8C4B-417A-AA45-1280452E07B8}" srcOrd="2" destOrd="0" presId="urn:microsoft.com/office/officeart/2005/8/layout/vList5"/>
    <dgm:cxn modelId="{422B7B48-B287-4A57-B58D-F752E6467E5E}" type="presParOf" srcId="{D26EA298-8C4B-417A-AA45-1280452E07B8}" destId="{A56925C5-2CAC-4B1D-AC57-F408746BE7B8}" srcOrd="0" destOrd="0" presId="urn:microsoft.com/office/officeart/2005/8/layout/vList5"/>
    <dgm:cxn modelId="{B51B1CF4-194B-4160-8473-FA4C88FDE292}" type="presParOf" srcId="{D26EA298-8C4B-417A-AA45-1280452E07B8}" destId="{8A6B15D9-B9F6-4AC2-971E-82F49D1FCD1D}" srcOrd="1" destOrd="0" presId="urn:microsoft.com/office/officeart/2005/8/layout/vList5"/>
    <dgm:cxn modelId="{71FB4351-F27F-4032-829B-2B8F2BA14768}" type="presParOf" srcId="{C1A5D483-8F6A-4523-8889-F309810B2D83}" destId="{2B91E75C-AC89-4A40-A57D-0B99250E9FC4}" srcOrd="3" destOrd="0" presId="urn:microsoft.com/office/officeart/2005/8/layout/vList5"/>
    <dgm:cxn modelId="{94987B6E-4D88-44C5-9E48-8CB968C3C265}" type="presParOf" srcId="{C1A5D483-8F6A-4523-8889-F309810B2D83}" destId="{F4B86684-7104-4B95-9506-60B433AF1E8A}" srcOrd="4" destOrd="0" presId="urn:microsoft.com/office/officeart/2005/8/layout/vList5"/>
    <dgm:cxn modelId="{D9628A02-ECC0-4797-8EDF-C15AE5B1B4F7}" type="presParOf" srcId="{F4B86684-7104-4B95-9506-60B433AF1E8A}" destId="{F3C7C957-EA1D-408D-A505-22844692B0C5}" srcOrd="0" destOrd="0" presId="urn:microsoft.com/office/officeart/2005/8/layout/vList5"/>
    <dgm:cxn modelId="{AEF06B95-6360-4472-B7B8-B94F558F2730}" type="presParOf" srcId="{F4B86684-7104-4B95-9506-60B433AF1E8A}" destId="{BC5A7B9F-B7F3-4697-9BE7-C9DA18CAC9F7}" srcOrd="1" destOrd="0" presId="urn:microsoft.com/office/officeart/2005/8/layout/vList5"/>
    <dgm:cxn modelId="{AC1AC509-C914-4C7D-89D3-E0196330FC6F}" type="presParOf" srcId="{C1A5D483-8F6A-4523-8889-F309810B2D83}" destId="{EDAADFA2-0028-4985-BEC8-C577C46A69E7}" srcOrd="5" destOrd="0" presId="urn:microsoft.com/office/officeart/2005/8/layout/vList5"/>
    <dgm:cxn modelId="{41AE1D9F-ED9C-467A-AD2D-6A8C1640B4A0}" type="presParOf" srcId="{C1A5D483-8F6A-4523-8889-F309810B2D83}" destId="{E842D5E9-9633-423F-ADFD-290B8C86D8B7}" srcOrd="6" destOrd="0" presId="urn:microsoft.com/office/officeart/2005/8/layout/vList5"/>
    <dgm:cxn modelId="{4F0728A8-2796-4133-896C-5A6B2586B9F3}" type="presParOf" srcId="{E842D5E9-9633-423F-ADFD-290B8C86D8B7}" destId="{C15E8001-9648-4C20-B45A-F69FFF0C627B}" srcOrd="0" destOrd="0" presId="urn:microsoft.com/office/officeart/2005/8/layout/vList5"/>
    <dgm:cxn modelId="{397C0872-D67C-414C-BF6C-5F547CA269A8}" type="presParOf" srcId="{E842D5E9-9633-423F-ADFD-290B8C86D8B7}" destId="{5077208F-10E2-43DD-83BD-39F54E8DD31C}" srcOrd="1" destOrd="0" presId="urn:microsoft.com/office/officeart/2005/8/layout/vList5"/>
    <dgm:cxn modelId="{E91A9459-E133-4F73-9B67-8B4754199F07}" type="presParOf" srcId="{C1A5D483-8F6A-4523-8889-F309810B2D83}" destId="{90AC33F7-6FD1-4219-9325-719162F3A4D1}" srcOrd="7" destOrd="0" presId="urn:microsoft.com/office/officeart/2005/8/layout/vList5"/>
    <dgm:cxn modelId="{AD3D1508-6D55-475D-B5CF-20B346562584}" type="presParOf" srcId="{C1A5D483-8F6A-4523-8889-F309810B2D83}" destId="{F5DDC078-24F5-449A-8CF9-7435915A9782}" srcOrd="8" destOrd="0" presId="urn:microsoft.com/office/officeart/2005/8/layout/vList5"/>
    <dgm:cxn modelId="{60E43182-E921-4228-996C-69BFA4D88B3B}" type="presParOf" srcId="{F5DDC078-24F5-449A-8CF9-7435915A9782}" destId="{1440B33D-C15C-4F35-89F2-EEA480B3B9CC}" srcOrd="0" destOrd="0" presId="urn:microsoft.com/office/officeart/2005/8/layout/vList5"/>
    <dgm:cxn modelId="{8FF8F1F6-FF10-4C2D-87E1-10B4F2A68C38}" type="presParOf" srcId="{F5DDC078-24F5-449A-8CF9-7435915A9782}" destId="{6E6E2620-A107-48C5-B93A-2D5A8723B1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C0E134-6B24-4045-9991-E98F868D526F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AE7F4A2-E837-43F2-9071-F8D2FAADE4D4}">
      <dgm:prSet phldrT="[Text]"/>
      <dgm:spPr/>
      <dgm:t>
        <a:bodyPr/>
        <a:lstStyle/>
        <a:p>
          <a:pPr>
            <a:buNone/>
          </a:pPr>
          <a:r>
            <a:rPr lang="en-US" b="1" dirty="0"/>
            <a:t>Horizontal Expansion (Generalization)</a:t>
          </a:r>
          <a:endParaRPr lang="en-US" dirty="0"/>
        </a:p>
      </dgm:t>
    </dgm:pt>
    <dgm:pt modelId="{F4DDF56C-79C6-4DDD-AA4B-8FCBDC375BF2}" type="parTrans" cxnId="{F1C74E5B-54F2-4C0F-B820-74E7EB9D40E0}">
      <dgm:prSet/>
      <dgm:spPr/>
      <dgm:t>
        <a:bodyPr/>
        <a:lstStyle/>
        <a:p>
          <a:endParaRPr lang="en-US"/>
        </a:p>
      </dgm:t>
    </dgm:pt>
    <dgm:pt modelId="{5738E2EA-D861-4EBB-AD8C-08F1F433DD85}" type="sibTrans" cxnId="{F1C74E5B-54F2-4C0F-B820-74E7EB9D40E0}">
      <dgm:prSet/>
      <dgm:spPr/>
      <dgm:t>
        <a:bodyPr/>
        <a:lstStyle/>
        <a:p>
          <a:endParaRPr lang="en-US"/>
        </a:p>
      </dgm:t>
    </dgm:pt>
    <dgm:pt modelId="{216C7506-9F83-4559-9A44-7E50667064F1}">
      <dgm:prSet/>
      <dgm:spPr/>
      <dgm:t>
        <a:bodyPr/>
        <a:lstStyle/>
        <a:p>
          <a:pPr>
            <a:buNone/>
          </a:pPr>
          <a:r>
            <a:rPr lang="en-US" dirty="0"/>
            <a:t>To avoid single-case conclusions, analysis expands across:</a:t>
          </a:r>
        </a:p>
      </dgm:t>
    </dgm:pt>
    <dgm:pt modelId="{F3567E43-B8AB-4337-9630-9C3159F505F0}" type="parTrans" cxnId="{6414088C-CD7E-4417-BB68-961630D48BBB}">
      <dgm:prSet/>
      <dgm:spPr/>
      <dgm:t>
        <a:bodyPr/>
        <a:lstStyle/>
        <a:p>
          <a:endParaRPr lang="en-US"/>
        </a:p>
      </dgm:t>
    </dgm:pt>
    <dgm:pt modelId="{5AA4DB6A-089B-4657-9A42-60A557FE618B}" type="sibTrans" cxnId="{6414088C-CD7E-4417-BB68-961630D48BBB}">
      <dgm:prSet/>
      <dgm:spPr/>
      <dgm:t>
        <a:bodyPr/>
        <a:lstStyle/>
        <a:p>
          <a:endParaRPr lang="en-US"/>
        </a:p>
      </dgm:t>
    </dgm:pt>
    <dgm:pt modelId="{CA275E82-523A-4EAA-A5E1-C931EAF633E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Decision variants</a:t>
          </a:r>
          <a:endParaRPr lang="en-US"/>
        </a:p>
      </dgm:t>
    </dgm:pt>
    <dgm:pt modelId="{3C99AAB5-7C1E-474A-8759-144E4F0ED92D}" type="parTrans" cxnId="{8082AAD4-D9B0-47C0-91B6-106291FCE025}">
      <dgm:prSet/>
      <dgm:spPr/>
      <dgm:t>
        <a:bodyPr/>
        <a:lstStyle/>
        <a:p>
          <a:endParaRPr lang="en-US"/>
        </a:p>
      </dgm:t>
    </dgm:pt>
    <dgm:pt modelId="{59C1EB8A-A90E-4B73-9063-C8B5C8E2600A}" type="sibTrans" cxnId="{8082AAD4-D9B0-47C0-91B6-106291FCE025}">
      <dgm:prSet/>
      <dgm:spPr/>
      <dgm:t>
        <a:bodyPr/>
        <a:lstStyle/>
        <a:p>
          <a:endParaRPr lang="en-US"/>
        </a:p>
      </dgm:t>
    </dgm:pt>
    <dgm:pt modelId="{91115D93-5207-466B-83A2-B745AEFD9A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Quantity-based</a:t>
          </a:r>
        </a:p>
      </dgm:t>
    </dgm:pt>
    <dgm:pt modelId="{5158B67D-4DBB-40D2-85C9-7E2D23DEB32C}" type="parTrans" cxnId="{5D2A7042-51A9-43D3-AE9F-E212F7F86423}">
      <dgm:prSet/>
      <dgm:spPr/>
      <dgm:t>
        <a:bodyPr/>
        <a:lstStyle/>
        <a:p>
          <a:endParaRPr lang="en-US"/>
        </a:p>
      </dgm:t>
    </dgm:pt>
    <dgm:pt modelId="{816B962F-222A-4FC8-88D3-FF0C7229627A}" type="sibTrans" cxnId="{5D2A7042-51A9-43D3-AE9F-E212F7F86423}">
      <dgm:prSet/>
      <dgm:spPr/>
      <dgm:t>
        <a:bodyPr/>
        <a:lstStyle/>
        <a:p>
          <a:endParaRPr lang="en-US"/>
        </a:p>
      </dgm:t>
    </dgm:pt>
    <dgm:pt modelId="{C8852124-74CB-4944-B232-C98336E9D24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Priority-aware</a:t>
          </a:r>
        </a:p>
      </dgm:t>
    </dgm:pt>
    <dgm:pt modelId="{3DF5637C-7F64-48F7-A475-AAA622AF865C}" type="parTrans" cxnId="{CA4E47B6-4F57-4C08-9F27-E728A4BCE9AC}">
      <dgm:prSet/>
      <dgm:spPr/>
      <dgm:t>
        <a:bodyPr/>
        <a:lstStyle/>
        <a:p>
          <a:endParaRPr lang="en-US"/>
        </a:p>
      </dgm:t>
    </dgm:pt>
    <dgm:pt modelId="{5E9657BD-8271-4388-90AB-CC3A152E0533}" type="sibTrans" cxnId="{CA4E47B6-4F57-4C08-9F27-E728A4BCE9AC}">
      <dgm:prSet/>
      <dgm:spPr/>
      <dgm:t>
        <a:bodyPr/>
        <a:lstStyle/>
        <a:p>
          <a:endParaRPr lang="en-US"/>
        </a:p>
      </dgm:t>
    </dgm:pt>
    <dgm:pt modelId="{0942DCD1-F30D-40C0-81DB-4B826878477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Scarcity-aware</a:t>
          </a:r>
        </a:p>
      </dgm:t>
    </dgm:pt>
    <dgm:pt modelId="{3887B7E2-6B84-4B37-9ACD-AB9F5249E207}" type="parTrans" cxnId="{36A8154E-2A5E-4D3E-8CD8-70A10DCD32BF}">
      <dgm:prSet/>
      <dgm:spPr/>
      <dgm:t>
        <a:bodyPr/>
        <a:lstStyle/>
        <a:p>
          <a:endParaRPr lang="en-US"/>
        </a:p>
      </dgm:t>
    </dgm:pt>
    <dgm:pt modelId="{5EBAA788-90AD-416F-9C49-4310175C55C7}" type="sibTrans" cxnId="{36A8154E-2A5E-4D3E-8CD8-70A10DCD32BF}">
      <dgm:prSet/>
      <dgm:spPr/>
      <dgm:t>
        <a:bodyPr/>
        <a:lstStyle/>
        <a:p>
          <a:endParaRPr lang="en-US"/>
        </a:p>
      </dgm:t>
    </dgm:pt>
    <dgm:pt modelId="{2BD56D71-7004-4DA5-8B5C-A2ACD69D839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Observation regimes</a:t>
          </a:r>
          <a:endParaRPr lang="en-US"/>
        </a:p>
      </dgm:t>
    </dgm:pt>
    <dgm:pt modelId="{A1A63F26-13CA-45DE-891C-B291EC634DBD}" type="parTrans" cxnId="{2C1BD2ED-3761-4126-952A-F49771C7DD6F}">
      <dgm:prSet/>
      <dgm:spPr/>
      <dgm:t>
        <a:bodyPr/>
        <a:lstStyle/>
        <a:p>
          <a:endParaRPr lang="en-US"/>
        </a:p>
      </dgm:t>
    </dgm:pt>
    <dgm:pt modelId="{0826E061-1D70-4EC3-8723-3EA96B327C7C}" type="sibTrans" cxnId="{2C1BD2ED-3761-4126-952A-F49771C7DD6F}">
      <dgm:prSet/>
      <dgm:spPr/>
      <dgm:t>
        <a:bodyPr/>
        <a:lstStyle/>
        <a:p>
          <a:endParaRPr lang="en-US"/>
        </a:p>
      </dgm:t>
    </dgm:pt>
    <dgm:pt modelId="{A4CD07C4-DC0D-42AB-89B8-25D608806F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Full</a:t>
          </a:r>
        </a:p>
      </dgm:t>
    </dgm:pt>
    <dgm:pt modelId="{B0B36EE3-982A-45E9-AADB-E4C15EEF579E}" type="parTrans" cxnId="{3C36B41F-366B-4A90-A0B9-37F46184C62F}">
      <dgm:prSet/>
      <dgm:spPr/>
      <dgm:t>
        <a:bodyPr/>
        <a:lstStyle/>
        <a:p>
          <a:endParaRPr lang="en-US"/>
        </a:p>
      </dgm:t>
    </dgm:pt>
    <dgm:pt modelId="{EA95AB35-4CD9-491F-A5BA-799B91BECB57}" type="sibTrans" cxnId="{3C36B41F-366B-4A90-A0B9-37F46184C62F}">
      <dgm:prSet/>
      <dgm:spPr/>
      <dgm:t>
        <a:bodyPr/>
        <a:lstStyle/>
        <a:p>
          <a:endParaRPr lang="en-US"/>
        </a:p>
      </dgm:t>
    </dgm:pt>
    <dgm:pt modelId="{F4BF47A2-9E47-4293-8600-09CEE39072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Partial</a:t>
          </a:r>
        </a:p>
      </dgm:t>
    </dgm:pt>
    <dgm:pt modelId="{6CD753AA-FED5-464E-9C59-12421440E310}" type="parTrans" cxnId="{5508E429-9139-4F67-838D-42A578D3B822}">
      <dgm:prSet/>
      <dgm:spPr/>
      <dgm:t>
        <a:bodyPr/>
        <a:lstStyle/>
        <a:p>
          <a:endParaRPr lang="en-US"/>
        </a:p>
      </dgm:t>
    </dgm:pt>
    <dgm:pt modelId="{FE991E30-2A81-4441-BA69-CA5048644DD9}" type="sibTrans" cxnId="{5508E429-9139-4F67-838D-42A578D3B822}">
      <dgm:prSet/>
      <dgm:spPr/>
      <dgm:t>
        <a:bodyPr/>
        <a:lstStyle/>
        <a:p>
          <a:endParaRPr lang="en-US"/>
        </a:p>
      </dgm:t>
    </dgm:pt>
    <dgm:pt modelId="{6B0FA73D-DF4D-40EC-AB82-E710D9B5479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Myopic</a:t>
          </a:r>
        </a:p>
      </dgm:t>
    </dgm:pt>
    <dgm:pt modelId="{F7BF705C-21FB-471E-9A93-C8A18971709F}" type="parTrans" cxnId="{DE291B9B-212B-4C14-AD7B-DE59B7E61BC3}">
      <dgm:prSet/>
      <dgm:spPr/>
      <dgm:t>
        <a:bodyPr/>
        <a:lstStyle/>
        <a:p>
          <a:endParaRPr lang="en-US"/>
        </a:p>
      </dgm:t>
    </dgm:pt>
    <dgm:pt modelId="{9AD89C20-8EAE-4864-9865-6A0CFC37C253}" type="sibTrans" cxnId="{DE291B9B-212B-4C14-AD7B-DE59B7E61BC3}">
      <dgm:prSet/>
      <dgm:spPr/>
      <dgm:t>
        <a:bodyPr/>
        <a:lstStyle/>
        <a:p>
          <a:endParaRPr lang="en-US"/>
        </a:p>
      </dgm:t>
    </dgm:pt>
    <dgm:pt modelId="{218368B0-7C71-485C-B6B9-DAD7FB0E8C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Evaluation perspectives</a:t>
          </a:r>
          <a:endParaRPr lang="en-US"/>
        </a:p>
      </dgm:t>
    </dgm:pt>
    <dgm:pt modelId="{0D52DBA7-6E92-4D80-B173-AFDD99FEC727}" type="parTrans" cxnId="{17CA1579-A729-497F-A571-9CC6C05FD457}">
      <dgm:prSet/>
      <dgm:spPr/>
      <dgm:t>
        <a:bodyPr/>
        <a:lstStyle/>
        <a:p>
          <a:endParaRPr lang="en-US"/>
        </a:p>
      </dgm:t>
    </dgm:pt>
    <dgm:pt modelId="{C198C476-96BA-444E-B080-2E9E6DF90FF3}" type="sibTrans" cxnId="{17CA1579-A729-497F-A571-9CC6C05FD457}">
      <dgm:prSet/>
      <dgm:spPr/>
      <dgm:t>
        <a:bodyPr/>
        <a:lstStyle/>
        <a:p>
          <a:endParaRPr lang="en-US"/>
        </a:p>
      </dgm:t>
    </dgm:pt>
    <dgm:pt modelId="{2E5BAFFA-26E2-4CC8-972A-7C21931619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Operational performance</a:t>
          </a:r>
        </a:p>
      </dgm:t>
    </dgm:pt>
    <dgm:pt modelId="{426EED51-CEB3-4745-8648-B17DEC015F22}" type="parTrans" cxnId="{A10D7ED6-2C0B-41D0-9580-2B072AE17C80}">
      <dgm:prSet/>
      <dgm:spPr/>
      <dgm:t>
        <a:bodyPr/>
        <a:lstStyle/>
        <a:p>
          <a:endParaRPr lang="en-US"/>
        </a:p>
      </dgm:t>
    </dgm:pt>
    <dgm:pt modelId="{A91BA437-0266-4106-B386-FE69D677A382}" type="sibTrans" cxnId="{A10D7ED6-2C0B-41D0-9580-2B072AE17C80}">
      <dgm:prSet/>
      <dgm:spPr/>
      <dgm:t>
        <a:bodyPr/>
        <a:lstStyle/>
        <a:p>
          <a:endParaRPr lang="en-US"/>
        </a:p>
      </dgm:t>
    </dgm:pt>
    <dgm:pt modelId="{F1C3A848-FF0B-43A7-B904-5288C4982E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Stability &amp; volatility</a:t>
          </a:r>
        </a:p>
      </dgm:t>
    </dgm:pt>
    <dgm:pt modelId="{E14DEEDF-0799-4BBB-97AD-62F272C3AB64}" type="parTrans" cxnId="{E926C4BA-D640-4F20-A0ED-9475BEAD9A31}">
      <dgm:prSet/>
      <dgm:spPr/>
      <dgm:t>
        <a:bodyPr/>
        <a:lstStyle/>
        <a:p>
          <a:endParaRPr lang="en-US"/>
        </a:p>
      </dgm:t>
    </dgm:pt>
    <dgm:pt modelId="{EDC88A8E-09DA-439D-B37C-0EFFB525C5A3}" type="sibTrans" cxnId="{E926C4BA-D640-4F20-A0ED-9475BEAD9A31}">
      <dgm:prSet/>
      <dgm:spPr/>
      <dgm:t>
        <a:bodyPr/>
        <a:lstStyle/>
        <a:p>
          <a:endParaRPr lang="en-US"/>
        </a:p>
      </dgm:t>
    </dgm:pt>
    <dgm:pt modelId="{791B6BC2-FE28-4923-91DD-DC81214ED5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Risk &amp; tail exposure</a:t>
          </a:r>
        </a:p>
      </dgm:t>
    </dgm:pt>
    <dgm:pt modelId="{A284A7B7-90F0-4DFE-8029-DEEC9478CEC8}" type="parTrans" cxnId="{905882D7-23F3-4CDE-85A8-62DF36C86897}">
      <dgm:prSet/>
      <dgm:spPr/>
      <dgm:t>
        <a:bodyPr/>
        <a:lstStyle/>
        <a:p>
          <a:endParaRPr lang="en-US"/>
        </a:p>
      </dgm:t>
    </dgm:pt>
    <dgm:pt modelId="{1682974D-554A-4F77-9E5D-02660CBC130E}" type="sibTrans" cxnId="{905882D7-23F3-4CDE-85A8-62DF36C86897}">
      <dgm:prSet/>
      <dgm:spPr/>
      <dgm:t>
        <a:bodyPr/>
        <a:lstStyle/>
        <a:p>
          <a:endParaRPr lang="en-US"/>
        </a:p>
      </dgm:t>
    </dgm:pt>
    <dgm:pt modelId="{B2EFC3AC-AA73-42FD-867A-86119F3B6491}" type="pres">
      <dgm:prSet presAssocID="{22C0E134-6B24-4045-9991-E98F868D526F}" presName="Name0" presStyleCnt="0">
        <dgm:presLayoutVars>
          <dgm:dir/>
          <dgm:animLvl val="lvl"/>
          <dgm:resizeHandles val="exact"/>
        </dgm:presLayoutVars>
      </dgm:prSet>
      <dgm:spPr/>
    </dgm:pt>
    <dgm:pt modelId="{027BB4A2-5E8B-437D-9F72-2C3EDE79A5E4}" type="pres">
      <dgm:prSet presAssocID="{5AE7F4A2-E837-43F2-9071-F8D2FAADE4D4}" presName="linNode" presStyleCnt="0"/>
      <dgm:spPr/>
    </dgm:pt>
    <dgm:pt modelId="{4BA06945-AE9B-4E8F-A5A2-F9636139A3FC}" type="pres">
      <dgm:prSet presAssocID="{5AE7F4A2-E837-43F2-9071-F8D2FAADE4D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0FDC2CB-FAA4-4CCE-B2E7-23FE061F0EB3}" type="pres">
      <dgm:prSet presAssocID="{5AE7F4A2-E837-43F2-9071-F8D2FAADE4D4}" presName="descendantText" presStyleLbl="alignAccFollowNode1" presStyleIdx="0" presStyleCnt="4">
        <dgm:presLayoutVars>
          <dgm:bulletEnabled val="1"/>
        </dgm:presLayoutVars>
      </dgm:prSet>
      <dgm:spPr/>
    </dgm:pt>
    <dgm:pt modelId="{FDA28EE1-D5EE-46CB-A512-B1719C7DBE9F}" type="pres">
      <dgm:prSet presAssocID="{5738E2EA-D861-4EBB-AD8C-08F1F433DD85}" presName="sp" presStyleCnt="0"/>
      <dgm:spPr/>
    </dgm:pt>
    <dgm:pt modelId="{560E5D09-51A8-4E4B-A465-254738080E3A}" type="pres">
      <dgm:prSet presAssocID="{CA275E82-523A-4EAA-A5E1-C931EAF633E5}" presName="linNode" presStyleCnt="0"/>
      <dgm:spPr/>
    </dgm:pt>
    <dgm:pt modelId="{90414B3B-C285-440B-A2A9-7A991340BEB2}" type="pres">
      <dgm:prSet presAssocID="{CA275E82-523A-4EAA-A5E1-C931EAF633E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CBF81A0-77A1-4FFE-9D50-110500274A05}" type="pres">
      <dgm:prSet presAssocID="{CA275E82-523A-4EAA-A5E1-C931EAF633E5}" presName="descendantText" presStyleLbl="alignAccFollowNode1" presStyleIdx="1" presStyleCnt="4">
        <dgm:presLayoutVars>
          <dgm:bulletEnabled val="1"/>
        </dgm:presLayoutVars>
      </dgm:prSet>
      <dgm:spPr/>
    </dgm:pt>
    <dgm:pt modelId="{C23F1F77-D64A-48C2-B2AF-7FFFCE98438B}" type="pres">
      <dgm:prSet presAssocID="{59C1EB8A-A90E-4B73-9063-C8B5C8E2600A}" presName="sp" presStyleCnt="0"/>
      <dgm:spPr/>
    </dgm:pt>
    <dgm:pt modelId="{1F91D437-99CD-4051-87E2-8C661FA72706}" type="pres">
      <dgm:prSet presAssocID="{2BD56D71-7004-4DA5-8B5C-A2ACD69D8395}" presName="linNode" presStyleCnt="0"/>
      <dgm:spPr/>
    </dgm:pt>
    <dgm:pt modelId="{6740BB6C-7637-4DBF-BD81-A169B26F29B2}" type="pres">
      <dgm:prSet presAssocID="{2BD56D71-7004-4DA5-8B5C-A2ACD69D839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35D9503-EFB4-4A71-8F10-35F75A745D19}" type="pres">
      <dgm:prSet presAssocID="{2BD56D71-7004-4DA5-8B5C-A2ACD69D8395}" presName="descendantText" presStyleLbl="alignAccFollowNode1" presStyleIdx="2" presStyleCnt="4">
        <dgm:presLayoutVars>
          <dgm:bulletEnabled val="1"/>
        </dgm:presLayoutVars>
      </dgm:prSet>
      <dgm:spPr/>
    </dgm:pt>
    <dgm:pt modelId="{F804BF97-CE51-4EF7-8609-F070B51A15FD}" type="pres">
      <dgm:prSet presAssocID="{0826E061-1D70-4EC3-8723-3EA96B327C7C}" presName="sp" presStyleCnt="0"/>
      <dgm:spPr/>
    </dgm:pt>
    <dgm:pt modelId="{E124A15B-E3B9-4CE2-9C85-3D87E19E9BAA}" type="pres">
      <dgm:prSet presAssocID="{218368B0-7C71-485C-B6B9-DAD7FB0E8C3E}" presName="linNode" presStyleCnt="0"/>
      <dgm:spPr/>
    </dgm:pt>
    <dgm:pt modelId="{F87DCB54-A787-4CF4-9186-004A0B275DFF}" type="pres">
      <dgm:prSet presAssocID="{218368B0-7C71-485C-B6B9-DAD7FB0E8C3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8DFC5FC-2DD9-408E-BFA5-E546E27F3465}" type="pres">
      <dgm:prSet presAssocID="{218368B0-7C71-485C-B6B9-DAD7FB0E8C3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74DC1708-270B-4DB5-BE08-62711775DC99}" type="presOf" srcId="{2E5BAFFA-26E2-4CC8-972A-7C2193161907}" destId="{A8DFC5FC-2DD9-408E-BFA5-E546E27F3465}" srcOrd="0" destOrd="0" presId="urn:microsoft.com/office/officeart/2005/8/layout/vList5"/>
    <dgm:cxn modelId="{3C36B41F-366B-4A90-A0B9-37F46184C62F}" srcId="{2BD56D71-7004-4DA5-8B5C-A2ACD69D8395}" destId="{A4CD07C4-DC0D-42AB-89B8-25D608806FC0}" srcOrd="0" destOrd="0" parTransId="{B0B36EE3-982A-45E9-AADB-E4C15EEF579E}" sibTransId="{EA95AB35-4CD9-491F-A5BA-799B91BECB57}"/>
    <dgm:cxn modelId="{5508E429-9139-4F67-838D-42A578D3B822}" srcId="{2BD56D71-7004-4DA5-8B5C-A2ACD69D8395}" destId="{F4BF47A2-9E47-4293-8600-09CEE3907222}" srcOrd="1" destOrd="0" parTransId="{6CD753AA-FED5-464E-9C59-12421440E310}" sibTransId="{FE991E30-2A81-4441-BA69-CA5048644DD9}"/>
    <dgm:cxn modelId="{51BDB932-7A4C-4753-98FA-A73A68DB5590}" type="presOf" srcId="{6B0FA73D-DF4D-40EC-AB82-E710D9B5479E}" destId="{D35D9503-EFB4-4A71-8F10-35F75A745D19}" srcOrd="0" destOrd="2" presId="urn:microsoft.com/office/officeart/2005/8/layout/vList5"/>
    <dgm:cxn modelId="{F1C74E5B-54F2-4C0F-B820-74E7EB9D40E0}" srcId="{22C0E134-6B24-4045-9991-E98F868D526F}" destId="{5AE7F4A2-E837-43F2-9071-F8D2FAADE4D4}" srcOrd="0" destOrd="0" parTransId="{F4DDF56C-79C6-4DDD-AA4B-8FCBDC375BF2}" sibTransId="{5738E2EA-D861-4EBB-AD8C-08F1F433DD85}"/>
    <dgm:cxn modelId="{7BF1745F-C953-4645-A270-120909D876C5}" type="presOf" srcId="{216C7506-9F83-4559-9A44-7E50667064F1}" destId="{D0FDC2CB-FAA4-4CCE-B2E7-23FE061F0EB3}" srcOrd="0" destOrd="0" presId="urn:microsoft.com/office/officeart/2005/8/layout/vList5"/>
    <dgm:cxn modelId="{5D2A7042-51A9-43D3-AE9F-E212F7F86423}" srcId="{CA275E82-523A-4EAA-A5E1-C931EAF633E5}" destId="{91115D93-5207-466B-83A2-B745AEFD9AC3}" srcOrd="0" destOrd="0" parTransId="{5158B67D-4DBB-40D2-85C9-7E2D23DEB32C}" sibTransId="{816B962F-222A-4FC8-88D3-FF0C7229627A}"/>
    <dgm:cxn modelId="{A2E79E67-2ECB-410C-A85E-774013F90D72}" type="presOf" srcId="{0942DCD1-F30D-40C0-81DB-4B8268784776}" destId="{2CBF81A0-77A1-4FFE-9D50-110500274A05}" srcOrd="0" destOrd="2" presId="urn:microsoft.com/office/officeart/2005/8/layout/vList5"/>
    <dgm:cxn modelId="{36A8154E-2A5E-4D3E-8CD8-70A10DCD32BF}" srcId="{CA275E82-523A-4EAA-A5E1-C931EAF633E5}" destId="{0942DCD1-F30D-40C0-81DB-4B8268784776}" srcOrd="2" destOrd="0" parTransId="{3887B7E2-6B84-4B37-9ACD-AB9F5249E207}" sibTransId="{5EBAA788-90AD-416F-9C49-4310175C55C7}"/>
    <dgm:cxn modelId="{7B55FE74-6FFF-487B-BB5C-5A3D8073C95F}" type="presOf" srcId="{22C0E134-6B24-4045-9991-E98F868D526F}" destId="{B2EFC3AC-AA73-42FD-867A-86119F3B6491}" srcOrd="0" destOrd="0" presId="urn:microsoft.com/office/officeart/2005/8/layout/vList5"/>
    <dgm:cxn modelId="{17CA1579-A729-497F-A571-9CC6C05FD457}" srcId="{22C0E134-6B24-4045-9991-E98F868D526F}" destId="{218368B0-7C71-485C-B6B9-DAD7FB0E8C3E}" srcOrd="3" destOrd="0" parTransId="{0D52DBA7-6E92-4D80-B173-AFDD99FEC727}" sibTransId="{C198C476-96BA-444E-B080-2E9E6DF90FF3}"/>
    <dgm:cxn modelId="{E342A67D-69ED-4D12-B80D-A1CB2FA01A73}" type="presOf" srcId="{F4BF47A2-9E47-4293-8600-09CEE3907222}" destId="{D35D9503-EFB4-4A71-8F10-35F75A745D19}" srcOrd="0" destOrd="1" presId="urn:microsoft.com/office/officeart/2005/8/layout/vList5"/>
    <dgm:cxn modelId="{71728F82-7179-40A0-9AD2-C33247A2D891}" type="presOf" srcId="{C8852124-74CB-4944-B232-C98336E9D245}" destId="{2CBF81A0-77A1-4FFE-9D50-110500274A05}" srcOrd="0" destOrd="1" presId="urn:microsoft.com/office/officeart/2005/8/layout/vList5"/>
    <dgm:cxn modelId="{6414088C-CD7E-4417-BB68-961630D48BBB}" srcId="{5AE7F4A2-E837-43F2-9071-F8D2FAADE4D4}" destId="{216C7506-9F83-4559-9A44-7E50667064F1}" srcOrd="0" destOrd="0" parTransId="{F3567E43-B8AB-4337-9630-9C3159F505F0}" sibTransId="{5AA4DB6A-089B-4657-9A42-60A557FE618B}"/>
    <dgm:cxn modelId="{DE291B9B-212B-4C14-AD7B-DE59B7E61BC3}" srcId="{2BD56D71-7004-4DA5-8B5C-A2ACD69D8395}" destId="{6B0FA73D-DF4D-40EC-AB82-E710D9B5479E}" srcOrd="2" destOrd="0" parTransId="{F7BF705C-21FB-471E-9A93-C8A18971709F}" sibTransId="{9AD89C20-8EAE-4864-9865-6A0CFC37C253}"/>
    <dgm:cxn modelId="{6315DFA8-DA1A-423E-BB91-9914DA585F77}" type="presOf" srcId="{218368B0-7C71-485C-B6B9-DAD7FB0E8C3E}" destId="{F87DCB54-A787-4CF4-9186-004A0B275DFF}" srcOrd="0" destOrd="0" presId="urn:microsoft.com/office/officeart/2005/8/layout/vList5"/>
    <dgm:cxn modelId="{CA4E47B6-4F57-4C08-9F27-E728A4BCE9AC}" srcId="{CA275E82-523A-4EAA-A5E1-C931EAF633E5}" destId="{C8852124-74CB-4944-B232-C98336E9D245}" srcOrd="1" destOrd="0" parTransId="{3DF5637C-7F64-48F7-A475-AAA622AF865C}" sibTransId="{5E9657BD-8271-4388-90AB-CC3A152E0533}"/>
    <dgm:cxn modelId="{E926C4BA-D640-4F20-A0ED-9475BEAD9A31}" srcId="{218368B0-7C71-485C-B6B9-DAD7FB0E8C3E}" destId="{F1C3A848-FF0B-43A7-B904-5288C4982E5B}" srcOrd="1" destOrd="0" parTransId="{E14DEEDF-0799-4BBB-97AD-62F272C3AB64}" sibTransId="{EDC88A8E-09DA-439D-B37C-0EFFB525C5A3}"/>
    <dgm:cxn modelId="{D708E3BA-4293-4DEF-8F1A-61F66831E5CD}" type="presOf" srcId="{5AE7F4A2-E837-43F2-9071-F8D2FAADE4D4}" destId="{4BA06945-AE9B-4E8F-A5A2-F9636139A3FC}" srcOrd="0" destOrd="0" presId="urn:microsoft.com/office/officeart/2005/8/layout/vList5"/>
    <dgm:cxn modelId="{818A18C5-EFAF-4963-B917-F87644C29A15}" type="presOf" srcId="{A4CD07C4-DC0D-42AB-89B8-25D608806FC0}" destId="{D35D9503-EFB4-4A71-8F10-35F75A745D19}" srcOrd="0" destOrd="0" presId="urn:microsoft.com/office/officeart/2005/8/layout/vList5"/>
    <dgm:cxn modelId="{8082AAD4-D9B0-47C0-91B6-106291FCE025}" srcId="{22C0E134-6B24-4045-9991-E98F868D526F}" destId="{CA275E82-523A-4EAA-A5E1-C931EAF633E5}" srcOrd="1" destOrd="0" parTransId="{3C99AAB5-7C1E-474A-8759-144E4F0ED92D}" sibTransId="{59C1EB8A-A90E-4B73-9063-C8B5C8E2600A}"/>
    <dgm:cxn modelId="{A10D7ED6-2C0B-41D0-9580-2B072AE17C80}" srcId="{218368B0-7C71-485C-B6B9-DAD7FB0E8C3E}" destId="{2E5BAFFA-26E2-4CC8-972A-7C2193161907}" srcOrd="0" destOrd="0" parTransId="{426EED51-CEB3-4745-8648-B17DEC015F22}" sibTransId="{A91BA437-0266-4106-B386-FE69D677A382}"/>
    <dgm:cxn modelId="{905882D7-23F3-4CDE-85A8-62DF36C86897}" srcId="{218368B0-7C71-485C-B6B9-DAD7FB0E8C3E}" destId="{791B6BC2-FE28-4923-91DD-DC81214ED5FB}" srcOrd="2" destOrd="0" parTransId="{A284A7B7-90F0-4DFE-8029-DEEC9478CEC8}" sibTransId="{1682974D-554A-4F77-9E5D-02660CBC130E}"/>
    <dgm:cxn modelId="{63EEA5D7-0FCE-4CD9-969B-38EBEA02AF89}" type="presOf" srcId="{2BD56D71-7004-4DA5-8B5C-A2ACD69D8395}" destId="{6740BB6C-7637-4DBF-BD81-A169B26F29B2}" srcOrd="0" destOrd="0" presId="urn:microsoft.com/office/officeart/2005/8/layout/vList5"/>
    <dgm:cxn modelId="{572176E5-FAB7-4D30-8B9B-3AF8D5F375D4}" type="presOf" srcId="{91115D93-5207-466B-83A2-B745AEFD9AC3}" destId="{2CBF81A0-77A1-4FFE-9D50-110500274A05}" srcOrd="0" destOrd="0" presId="urn:microsoft.com/office/officeart/2005/8/layout/vList5"/>
    <dgm:cxn modelId="{13F70CE8-DAE7-4892-A555-4341AE0AAE54}" type="presOf" srcId="{791B6BC2-FE28-4923-91DD-DC81214ED5FB}" destId="{A8DFC5FC-2DD9-408E-BFA5-E546E27F3465}" srcOrd="0" destOrd="2" presId="urn:microsoft.com/office/officeart/2005/8/layout/vList5"/>
    <dgm:cxn modelId="{2C1BD2ED-3761-4126-952A-F49771C7DD6F}" srcId="{22C0E134-6B24-4045-9991-E98F868D526F}" destId="{2BD56D71-7004-4DA5-8B5C-A2ACD69D8395}" srcOrd="2" destOrd="0" parTransId="{A1A63F26-13CA-45DE-891C-B291EC634DBD}" sibTransId="{0826E061-1D70-4EC3-8723-3EA96B327C7C}"/>
    <dgm:cxn modelId="{DBB619EE-7220-4702-AD35-D3BAD356CCD0}" type="presOf" srcId="{CA275E82-523A-4EAA-A5E1-C931EAF633E5}" destId="{90414B3B-C285-440B-A2A9-7A991340BEB2}" srcOrd="0" destOrd="0" presId="urn:microsoft.com/office/officeart/2005/8/layout/vList5"/>
    <dgm:cxn modelId="{C84FD7FF-6849-44A3-8C39-20FC6BD318F1}" type="presOf" srcId="{F1C3A848-FF0B-43A7-B904-5288C4982E5B}" destId="{A8DFC5FC-2DD9-408E-BFA5-E546E27F3465}" srcOrd="0" destOrd="1" presId="urn:microsoft.com/office/officeart/2005/8/layout/vList5"/>
    <dgm:cxn modelId="{4D7DB0E7-C232-41E5-BD32-5A13221FF77D}" type="presParOf" srcId="{B2EFC3AC-AA73-42FD-867A-86119F3B6491}" destId="{027BB4A2-5E8B-437D-9F72-2C3EDE79A5E4}" srcOrd="0" destOrd="0" presId="urn:microsoft.com/office/officeart/2005/8/layout/vList5"/>
    <dgm:cxn modelId="{9EF486E5-98C4-4A3F-93D7-3C5612E8839C}" type="presParOf" srcId="{027BB4A2-5E8B-437D-9F72-2C3EDE79A5E4}" destId="{4BA06945-AE9B-4E8F-A5A2-F9636139A3FC}" srcOrd="0" destOrd="0" presId="urn:microsoft.com/office/officeart/2005/8/layout/vList5"/>
    <dgm:cxn modelId="{EC2F36B3-396F-4C6C-9E40-C9509EF84FD2}" type="presParOf" srcId="{027BB4A2-5E8B-437D-9F72-2C3EDE79A5E4}" destId="{D0FDC2CB-FAA4-4CCE-B2E7-23FE061F0EB3}" srcOrd="1" destOrd="0" presId="urn:microsoft.com/office/officeart/2005/8/layout/vList5"/>
    <dgm:cxn modelId="{E3B93057-E251-435A-9987-DC9CDABDBD71}" type="presParOf" srcId="{B2EFC3AC-AA73-42FD-867A-86119F3B6491}" destId="{FDA28EE1-D5EE-46CB-A512-B1719C7DBE9F}" srcOrd="1" destOrd="0" presId="urn:microsoft.com/office/officeart/2005/8/layout/vList5"/>
    <dgm:cxn modelId="{0005192D-0BB6-4C9B-9BBA-40389BFD5F26}" type="presParOf" srcId="{B2EFC3AC-AA73-42FD-867A-86119F3B6491}" destId="{560E5D09-51A8-4E4B-A465-254738080E3A}" srcOrd="2" destOrd="0" presId="urn:microsoft.com/office/officeart/2005/8/layout/vList5"/>
    <dgm:cxn modelId="{D80EFDA3-C770-40D5-8135-3240707650F5}" type="presParOf" srcId="{560E5D09-51A8-4E4B-A465-254738080E3A}" destId="{90414B3B-C285-440B-A2A9-7A991340BEB2}" srcOrd="0" destOrd="0" presId="urn:microsoft.com/office/officeart/2005/8/layout/vList5"/>
    <dgm:cxn modelId="{6E7E67B2-E0A4-4EFD-A6B1-61DBD2F768D4}" type="presParOf" srcId="{560E5D09-51A8-4E4B-A465-254738080E3A}" destId="{2CBF81A0-77A1-4FFE-9D50-110500274A05}" srcOrd="1" destOrd="0" presId="urn:microsoft.com/office/officeart/2005/8/layout/vList5"/>
    <dgm:cxn modelId="{8E40A3CA-733B-42B1-A665-F8E61D8A15DD}" type="presParOf" srcId="{B2EFC3AC-AA73-42FD-867A-86119F3B6491}" destId="{C23F1F77-D64A-48C2-B2AF-7FFFCE98438B}" srcOrd="3" destOrd="0" presId="urn:microsoft.com/office/officeart/2005/8/layout/vList5"/>
    <dgm:cxn modelId="{93963A11-74DB-4D30-83AF-F2B48BB9C8EE}" type="presParOf" srcId="{B2EFC3AC-AA73-42FD-867A-86119F3B6491}" destId="{1F91D437-99CD-4051-87E2-8C661FA72706}" srcOrd="4" destOrd="0" presId="urn:microsoft.com/office/officeart/2005/8/layout/vList5"/>
    <dgm:cxn modelId="{750F6850-C85F-4508-9E3C-1B802205B762}" type="presParOf" srcId="{1F91D437-99CD-4051-87E2-8C661FA72706}" destId="{6740BB6C-7637-4DBF-BD81-A169B26F29B2}" srcOrd="0" destOrd="0" presId="urn:microsoft.com/office/officeart/2005/8/layout/vList5"/>
    <dgm:cxn modelId="{F29D3E28-E84C-495E-840D-AED98843AFCE}" type="presParOf" srcId="{1F91D437-99CD-4051-87E2-8C661FA72706}" destId="{D35D9503-EFB4-4A71-8F10-35F75A745D19}" srcOrd="1" destOrd="0" presId="urn:microsoft.com/office/officeart/2005/8/layout/vList5"/>
    <dgm:cxn modelId="{3C37FE56-2074-4A6D-A001-5F4720506968}" type="presParOf" srcId="{B2EFC3AC-AA73-42FD-867A-86119F3B6491}" destId="{F804BF97-CE51-4EF7-8609-F070B51A15FD}" srcOrd="5" destOrd="0" presId="urn:microsoft.com/office/officeart/2005/8/layout/vList5"/>
    <dgm:cxn modelId="{B390ECDC-1C5C-494A-ACBD-1718DA1F6E4C}" type="presParOf" srcId="{B2EFC3AC-AA73-42FD-867A-86119F3B6491}" destId="{E124A15B-E3B9-4CE2-9C85-3D87E19E9BAA}" srcOrd="6" destOrd="0" presId="urn:microsoft.com/office/officeart/2005/8/layout/vList5"/>
    <dgm:cxn modelId="{B1C460E1-D7B0-4DD3-AEB9-8A02DD1A6792}" type="presParOf" srcId="{E124A15B-E3B9-4CE2-9C85-3D87E19E9BAA}" destId="{F87DCB54-A787-4CF4-9186-004A0B275DFF}" srcOrd="0" destOrd="0" presId="urn:microsoft.com/office/officeart/2005/8/layout/vList5"/>
    <dgm:cxn modelId="{63F1C926-E397-49CE-BA62-8719F23B6B94}" type="presParOf" srcId="{E124A15B-E3B9-4CE2-9C85-3D87E19E9BAA}" destId="{A8DFC5FC-2DD9-408E-BFA5-E546E27F346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B14FE2-811B-494D-AFE5-696B1614608B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21D5B4C-46DF-455F-BE62-AAD0A67A757A}">
      <dgm:prSet phldrT="[Text]"/>
      <dgm:spPr/>
      <dgm:t>
        <a:bodyPr/>
        <a:lstStyle/>
        <a:p>
          <a:pPr>
            <a:buNone/>
          </a:pPr>
          <a:r>
            <a:rPr lang="en-US" b="1" dirty="0"/>
            <a:t>Preliminary Observations</a:t>
          </a:r>
          <a:endParaRPr lang="en-US" dirty="0"/>
        </a:p>
      </dgm:t>
    </dgm:pt>
    <dgm:pt modelId="{84592E85-879F-4A94-B4CC-F50514EEF3F2}" type="parTrans" cxnId="{DC7BE8E4-9A89-4692-A863-39F698DC0899}">
      <dgm:prSet/>
      <dgm:spPr/>
      <dgm:t>
        <a:bodyPr/>
        <a:lstStyle/>
        <a:p>
          <a:endParaRPr lang="en-US"/>
        </a:p>
      </dgm:t>
    </dgm:pt>
    <dgm:pt modelId="{CF6DD218-1B1D-4422-93AC-0941D7636E26}" type="sibTrans" cxnId="{DC7BE8E4-9A89-4692-A863-39F698DC0899}">
      <dgm:prSet/>
      <dgm:spPr/>
      <dgm:t>
        <a:bodyPr/>
        <a:lstStyle/>
        <a:p>
          <a:endParaRPr lang="en-US"/>
        </a:p>
      </dgm:t>
    </dgm:pt>
    <dgm:pt modelId="{0F12256A-5227-4DB0-88FD-5F6AE492A7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Demand shows strong:</a:t>
          </a:r>
        </a:p>
      </dgm:t>
    </dgm:pt>
    <dgm:pt modelId="{FE9B3383-E06D-48A0-9288-18FF05FF811E}" type="parTrans" cxnId="{EC9BEFB7-A9A4-4FE4-BD95-6C9B97348168}">
      <dgm:prSet/>
      <dgm:spPr/>
      <dgm:t>
        <a:bodyPr/>
        <a:lstStyle/>
        <a:p>
          <a:endParaRPr lang="en-US"/>
        </a:p>
      </dgm:t>
    </dgm:pt>
    <dgm:pt modelId="{E557B86D-F25C-4B9E-B3C6-A74A38BF4540}" type="sibTrans" cxnId="{EC9BEFB7-A9A4-4FE4-BD95-6C9B97348168}">
      <dgm:prSet/>
      <dgm:spPr/>
      <dgm:t>
        <a:bodyPr/>
        <a:lstStyle/>
        <a:p>
          <a:endParaRPr lang="en-US"/>
        </a:p>
      </dgm:t>
    </dgm:pt>
    <dgm:pt modelId="{9CE3D425-D377-4811-B47C-0362411011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Seasonality</a:t>
          </a:r>
        </a:p>
      </dgm:t>
    </dgm:pt>
    <dgm:pt modelId="{DE4CD566-7ECA-4223-A050-BDE10636CAB1}" type="parTrans" cxnId="{35F24A43-D17A-4B0E-9EC0-3ED972DF83F0}">
      <dgm:prSet/>
      <dgm:spPr/>
      <dgm:t>
        <a:bodyPr/>
        <a:lstStyle/>
        <a:p>
          <a:endParaRPr lang="en-US"/>
        </a:p>
      </dgm:t>
    </dgm:pt>
    <dgm:pt modelId="{C23CD34B-3E12-4E6C-AF33-C31C4D080F41}" type="sibTrans" cxnId="{35F24A43-D17A-4B0E-9EC0-3ED972DF83F0}">
      <dgm:prSet/>
      <dgm:spPr/>
      <dgm:t>
        <a:bodyPr/>
        <a:lstStyle/>
        <a:p>
          <a:endParaRPr lang="en-US"/>
        </a:p>
      </dgm:t>
    </dgm:pt>
    <dgm:pt modelId="{3D52D425-02B9-4EC8-BE5A-1309F1913CC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Store-level heterogeneity</a:t>
          </a:r>
        </a:p>
      </dgm:t>
    </dgm:pt>
    <dgm:pt modelId="{092B83CB-4B27-48A7-964C-C2AF9519247A}" type="parTrans" cxnId="{2E5B76AF-6A3F-492E-806F-C251FF044BF0}">
      <dgm:prSet/>
      <dgm:spPr/>
      <dgm:t>
        <a:bodyPr/>
        <a:lstStyle/>
        <a:p>
          <a:endParaRPr lang="en-US"/>
        </a:p>
      </dgm:t>
    </dgm:pt>
    <dgm:pt modelId="{A9B481D9-076A-4B5D-A53A-F8046816C954}" type="sibTrans" cxnId="{2E5B76AF-6A3F-492E-806F-C251FF044BF0}">
      <dgm:prSet/>
      <dgm:spPr/>
      <dgm:t>
        <a:bodyPr/>
        <a:lstStyle/>
        <a:p>
          <a:endParaRPr lang="en-US"/>
        </a:p>
      </dgm:t>
    </dgm:pt>
    <dgm:pt modelId="{00A6736A-D681-4B6C-BCBE-4F036B9376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Baseline system:</a:t>
          </a:r>
        </a:p>
      </dgm:t>
    </dgm:pt>
    <dgm:pt modelId="{4575BE14-44D0-49D9-A0E0-CDD2FD551EF3}" type="parTrans" cxnId="{00CBD32A-4433-4486-85C2-6D36EB8C83C0}">
      <dgm:prSet/>
      <dgm:spPr/>
      <dgm:t>
        <a:bodyPr/>
        <a:lstStyle/>
        <a:p>
          <a:endParaRPr lang="en-US"/>
        </a:p>
      </dgm:t>
    </dgm:pt>
    <dgm:pt modelId="{B2F86F16-C834-4A41-B6AE-5079EDC40120}" type="sibTrans" cxnId="{00CBD32A-4433-4486-85C2-6D36EB8C83C0}">
      <dgm:prSet/>
      <dgm:spPr/>
      <dgm:t>
        <a:bodyPr/>
        <a:lstStyle/>
        <a:p>
          <a:endParaRPr lang="en-US"/>
        </a:p>
      </dgm:t>
    </dgm:pt>
    <dgm:pt modelId="{DDA588B2-9C3A-4536-9E8A-8F8FAB80EE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Achieves high average service level</a:t>
          </a:r>
        </a:p>
      </dgm:t>
    </dgm:pt>
    <dgm:pt modelId="{E54C99F8-12F8-44C5-A3F8-81BBB798ED1D}" type="parTrans" cxnId="{717CD9EA-48CB-4583-AD8C-747E67C675C8}">
      <dgm:prSet/>
      <dgm:spPr/>
      <dgm:t>
        <a:bodyPr/>
        <a:lstStyle/>
        <a:p>
          <a:endParaRPr lang="en-US"/>
        </a:p>
      </dgm:t>
    </dgm:pt>
    <dgm:pt modelId="{A77BB8CC-5A47-4730-946B-FACE6F0198F6}" type="sibTrans" cxnId="{717CD9EA-48CB-4583-AD8C-747E67C675C8}">
      <dgm:prSet/>
      <dgm:spPr/>
      <dgm:t>
        <a:bodyPr/>
        <a:lstStyle/>
        <a:p>
          <a:endParaRPr lang="en-US"/>
        </a:p>
      </dgm:t>
    </dgm:pt>
    <dgm:pt modelId="{C901FE81-AFBE-4E04-9A22-B743E80AB7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Still exhibits high unmet demand and overstock</a:t>
          </a:r>
        </a:p>
      </dgm:t>
    </dgm:pt>
    <dgm:pt modelId="{96064D66-FC4A-402C-89F8-49C5546A9A75}" type="parTrans" cxnId="{559DFCDD-A855-4662-8C8E-96BFD24B56D0}">
      <dgm:prSet/>
      <dgm:spPr/>
      <dgm:t>
        <a:bodyPr/>
        <a:lstStyle/>
        <a:p>
          <a:endParaRPr lang="en-US"/>
        </a:p>
      </dgm:t>
    </dgm:pt>
    <dgm:pt modelId="{B2557568-7049-47AC-803B-CAA1C9F05A8C}" type="sibTrans" cxnId="{559DFCDD-A855-4662-8C8E-96BFD24B56D0}">
      <dgm:prSet/>
      <dgm:spPr/>
      <dgm:t>
        <a:bodyPr/>
        <a:lstStyle/>
        <a:p>
          <a:endParaRPr lang="en-US"/>
        </a:p>
      </dgm:t>
    </dgm:pt>
    <dgm:pt modelId="{648EBBD2-2E37-435F-B872-7130A9D515C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Aggregate metrics:</a:t>
          </a:r>
        </a:p>
      </dgm:t>
    </dgm:pt>
    <dgm:pt modelId="{2E1BC27A-CF42-4A64-8B86-612A62D5CD21}" type="parTrans" cxnId="{F0B163E1-8176-458B-B3DC-8038D218E677}">
      <dgm:prSet/>
      <dgm:spPr/>
      <dgm:t>
        <a:bodyPr/>
        <a:lstStyle/>
        <a:p>
          <a:endParaRPr lang="en-US"/>
        </a:p>
      </dgm:t>
    </dgm:pt>
    <dgm:pt modelId="{1768E493-60F3-4EB3-AA91-2CA405D45B42}" type="sibTrans" cxnId="{F0B163E1-8176-458B-B3DC-8038D218E677}">
      <dgm:prSet/>
      <dgm:spPr/>
      <dgm:t>
        <a:bodyPr/>
        <a:lstStyle/>
        <a:p>
          <a:endParaRPr lang="en-US"/>
        </a:p>
      </dgm:t>
    </dgm:pt>
    <dgm:pt modelId="{13705212-197F-4B1A-BD1E-12D342524C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Mask early degradation</a:t>
          </a:r>
        </a:p>
      </dgm:t>
    </dgm:pt>
    <dgm:pt modelId="{A20BFC90-B4BB-4E79-8A34-74B1026D5F6C}" type="parTrans" cxnId="{CD1059FC-4E9A-4DE8-92E5-EDA9092ACFA2}">
      <dgm:prSet/>
      <dgm:spPr/>
      <dgm:t>
        <a:bodyPr/>
        <a:lstStyle/>
        <a:p>
          <a:endParaRPr lang="en-US"/>
        </a:p>
      </dgm:t>
    </dgm:pt>
    <dgm:pt modelId="{C461FA02-ECFE-44B6-8805-BC450D0DCF33}" type="sibTrans" cxnId="{CD1059FC-4E9A-4DE8-92E5-EDA9092ACFA2}">
      <dgm:prSet/>
      <dgm:spPr/>
      <dgm:t>
        <a:bodyPr/>
        <a:lstStyle/>
        <a:p>
          <a:endParaRPr lang="en-US"/>
        </a:p>
      </dgm:t>
    </dgm:pt>
    <dgm:pt modelId="{FD985470-F77E-45D5-9728-46B639E9A3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Structural coupling suggests:</a:t>
          </a:r>
        </a:p>
      </dgm:t>
    </dgm:pt>
    <dgm:pt modelId="{D6857F47-3CC5-49AF-B720-163CE4D621A2}" type="parTrans" cxnId="{6973308E-7E80-42CA-8A1A-EC04525C469A}">
      <dgm:prSet/>
      <dgm:spPr/>
      <dgm:t>
        <a:bodyPr/>
        <a:lstStyle/>
        <a:p>
          <a:endParaRPr lang="en-US"/>
        </a:p>
      </dgm:t>
    </dgm:pt>
    <dgm:pt modelId="{48CB567E-E6B8-4C99-97FF-CA0009839217}" type="sibTrans" cxnId="{6973308E-7E80-42CA-8A1A-EC04525C469A}">
      <dgm:prSet/>
      <dgm:spPr/>
      <dgm:t>
        <a:bodyPr/>
        <a:lstStyle/>
        <a:p>
          <a:endParaRPr lang="en-US"/>
        </a:p>
      </dgm:t>
    </dgm:pt>
    <dgm:pt modelId="{C470D505-589D-402E-BE12-974CFF8D254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Local failures can propagate system-wide</a:t>
          </a:r>
        </a:p>
      </dgm:t>
    </dgm:pt>
    <dgm:pt modelId="{8A6ED489-17A9-4C3F-80C8-858A2F7A5EB0}" type="parTrans" cxnId="{533E0482-BA92-4461-A330-36E1A6B36219}">
      <dgm:prSet/>
      <dgm:spPr/>
      <dgm:t>
        <a:bodyPr/>
        <a:lstStyle/>
        <a:p>
          <a:endParaRPr lang="en-US"/>
        </a:p>
      </dgm:t>
    </dgm:pt>
    <dgm:pt modelId="{0AF49F36-395F-4846-83D8-BDA27695BC96}" type="sibTrans" cxnId="{533E0482-BA92-4461-A330-36E1A6B36219}">
      <dgm:prSet/>
      <dgm:spPr/>
      <dgm:t>
        <a:bodyPr/>
        <a:lstStyle/>
        <a:p>
          <a:endParaRPr lang="en-US"/>
        </a:p>
      </dgm:t>
    </dgm:pt>
    <dgm:pt modelId="{42595E5B-7AF8-4139-898B-F2F23336591F}">
      <dgm:prSet/>
      <dgm:spPr/>
      <dgm:t>
        <a:bodyPr/>
        <a:lstStyle/>
        <a:p>
          <a:pPr>
            <a:buNone/>
          </a:pPr>
          <a:r>
            <a:rPr lang="en-US"/>
            <a:t>These observations validate the </a:t>
          </a:r>
          <a:r>
            <a:rPr lang="en-US" b="1"/>
            <a:t>existence of silent degradation conditions</a:t>
          </a:r>
          <a:r>
            <a:rPr lang="en-US"/>
            <a:t>.</a:t>
          </a:r>
        </a:p>
      </dgm:t>
    </dgm:pt>
    <dgm:pt modelId="{0956FDA2-DFC8-424C-85BC-669D0E684E07}" type="parTrans" cxnId="{D44EFA9E-BCC0-4F2F-922C-C931D71000C8}">
      <dgm:prSet/>
      <dgm:spPr/>
      <dgm:t>
        <a:bodyPr/>
        <a:lstStyle/>
        <a:p>
          <a:endParaRPr lang="en-US"/>
        </a:p>
      </dgm:t>
    </dgm:pt>
    <dgm:pt modelId="{DD1380CB-A22F-49BB-8738-6C32208E62AC}" type="sibTrans" cxnId="{D44EFA9E-BCC0-4F2F-922C-C931D71000C8}">
      <dgm:prSet/>
      <dgm:spPr/>
      <dgm:t>
        <a:bodyPr/>
        <a:lstStyle/>
        <a:p>
          <a:endParaRPr lang="en-US"/>
        </a:p>
      </dgm:t>
    </dgm:pt>
    <dgm:pt modelId="{D6A56E4F-0F59-42FB-96D6-D533E871343E}" type="pres">
      <dgm:prSet presAssocID="{82B14FE2-811B-494D-AFE5-696B1614608B}" presName="Name0" presStyleCnt="0">
        <dgm:presLayoutVars>
          <dgm:dir/>
          <dgm:animLvl val="lvl"/>
          <dgm:resizeHandles val="exact"/>
        </dgm:presLayoutVars>
      </dgm:prSet>
      <dgm:spPr/>
    </dgm:pt>
    <dgm:pt modelId="{9CF9BA5E-4C94-4113-9DC5-92BB67C99577}" type="pres">
      <dgm:prSet presAssocID="{42595E5B-7AF8-4139-898B-F2F23336591F}" presName="boxAndChildren" presStyleCnt="0"/>
      <dgm:spPr/>
    </dgm:pt>
    <dgm:pt modelId="{AD15779F-EB73-4E11-B007-A34D3087143A}" type="pres">
      <dgm:prSet presAssocID="{42595E5B-7AF8-4139-898B-F2F23336591F}" presName="parentTextBox" presStyleLbl="node1" presStyleIdx="0" presStyleCnt="6"/>
      <dgm:spPr/>
    </dgm:pt>
    <dgm:pt modelId="{38630D16-D1E0-4B97-B1F0-CAB5B37CA97F}" type="pres">
      <dgm:prSet presAssocID="{48CB567E-E6B8-4C99-97FF-CA0009839217}" presName="sp" presStyleCnt="0"/>
      <dgm:spPr/>
    </dgm:pt>
    <dgm:pt modelId="{68596E57-EB72-44F1-BD91-B40F09229536}" type="pres">
      <dgm:prSet presAssocID="{FD985470-F77E-45D5-9728-46B639E9A38C}" presName="arrowAndChildren" presStyleCnt="0"/>
      <dgm:spPr/>
    </dgm:pt>
    <dgm:pt modelId="{878E239D-7607-43CC-8718-8894A6AC6BE1}" type="pres">
      <dgm:prSet presAssocID="{FD985470-F77E-45D5-9728-46B639E9A38C}" presName="parentTextArrow" presStyleLbl="node1" presStyleIdx="0" presStyleCnt="6"/>
      <dgm:spPr/>
    </dgm:pt>
    <dgm:pt modelId="{6C68B985-7AE9-43F1-8844-7841F0458300}" type="pres">
      <dgm:prSet presAssocID="{FD985470-F77E-45D5-9728-46B639E9A38C}" presName="arrow" presStyleLbl="node1" presStyleIdx="1" presStyleCnt="6"/>
      <dgm:spPr/>
    </dgm:pt>
    <dgm:pt modelId="{D33EF158-CECC-4CF9-AA3A-F0BB2F4ED2DA}" type="pres">
      <dgm:prSet presAssocID="{FD985470-F77E-45D5-9728-46B639E9A38C}" presName="descendantArrow" presStyleCnt="0"/>
      <dgm:spPr/>
    </dgm:pt>
    <dgm:pt modelId="{C7F298FE-EA18-49A0-9B52-CFC47D30AFDD}" type="pres">
      <dgm:prSet presAssocID="{C470D505-589D-402E-BE12-974CFF8D254F}" presName="childTextArrow" presStyleLbl="fgAccFollowNode1" presStyleIdx="0" presStyleCnt="6">
        <dgm:presLayoutVars>
          <dgm:bulletEnabled val="1"/>
        </dgm:presLayoutVars>
      </dgm:prSet>
      <dgm:spPr/>
    </dgm:pt>
    <dgm:pt modelId="{FE393091-73F9-409A-B49D-FA221D5E72D9}" type="pres">
      <dgm:prSet presAssocID="{1768E493-60F3-4EB3-AA91-2CA405D45B42}" presName="sp" presStyleCnt="0"/>
      <dgm:spPr/>
    </dgm:pt>
    <dgm:pt modelId="{4BB7C05D-AE73-4F57-8152-C0DA940C67EE}" type="pres">
      <dgm:prSet presAssocID="{648EBBD2-2E37-435F-B872-7130A9D515C0}" presName="arrowAndChildren" presStyleCnt="0"/>
      <dgm:spPr/>
    </dgm:pt>
    <dgm:pt modelId="{83A54806-0581-4591-AB54-BE8CF1DCD859}" type="pres">
      <dgm:prSet presAssocID="{648EBBD2-2E37-435F-B872-7130A9D515C0}" presName="parentTextArrow" presStyleLbl="node1" presStyleIdx="1" presStyleCnt="6"/>
      <dgm:spPr/>
    </dgm:pt>
    <dgm:pt modelId="{680218EA-EE8D-4B73-9959-E45088E9C468}" type="pres">
      <dgm:prSet presAssocID="{648EBBD2-2E37-435F-B872-7130A9D515C0}" presName="arrow" presStyleLbl="node1" presStyleIdx="2" presStyleCnt="6"/>
      <dgm:spPr/>
    </dgm:pt>
    <dgm:pt modelId="{BC75E495-10C6-4645-8F2B-DE02B3F9E800}" type="pres">
      <dgm:prSet presAssocID="{648EBBD2-2E37-435F-B872-7130A9D515C0}" presName="descendantArrow" presStyleCnt="0"/>
      <dgm:spPr/>
    </dgm:pt>
    <dgm:pt modelId="{FBD287F7-5B46-44C1-B072-7895BFFCA1DD}" type="pres">
      <dgm:prSet presAssocID="{13705212-197F-4B1A-BD1E-12D342524CB6}" presName="childTextArrow" presStyleLbl="fgAccFollowNode1" presStyleIdx="1" presStyleCnt="6">
        <dgm:presLayoutVars>
          <dgm:bulletEnabled val="1"/>
        </dgm:presLayoutVars>
      </dgm:prSet>
      <dgm:spPr/>
    </dgm:pt>
    <dgm:pt modelId="{CA851C0B-1679-4065-A256-821F2D40A1B1}" type="pres">
      <dgm:prSet presAssocID="{B2F86F16-C834-4A41-B6AE-5079EDC40120}" presName="sp" presStyleCnt="0"/>
      <dgm:spPr/>
    </dgm:pt>
    <dgm:pt modelId="{7266AF3F-B24D-4EB5-A59A-52C21B916A1A}" type="pres">
      <dgm:prSet presAssocID="{00A6736A-D681-4B6C-BCBE-4F036B9376E0}" presName="arrowAndChildren" presStyleCnt="0"/>
      <dgm:spPr/>
    </dgm:pt>
    <dgm:pt modelId="{73134791-C630-4014-8474-DCBBB7511C0C}" type="pres">
      <dgm:prSet presAssocID="{00A6736A-D681-4B6C-BCBE-4F036B9376E0}" presName="parentTextArrow" presStyleLbl="node1" presStyleIdx="2" presStyleCnt="6"/>
      <dgm:spPr/>
    </dgm:pt>
    <dgm:pt modelId="{ECE28CE4-AFD8-4310-91F7-3F9782F4626C}" type="pres">
      <dgm:prSet presAssocID="{00A6736A-D681-4B6C-BCBE-4F036B9376E0}" presName="arrow" presStyleLbl="node1" presStyleIdx="3" presStyleCnt="6"/>
      <dgm:spPr/>
    </dgm:pt>
    <dgm:pt modelId="{EB5DC7A2-CF3E-4845-B731-4423A19E6ECF}" type="pres">
      <dgm:prSet presAssocID="{00A6736A-D681-4B6C-BCBE-4F036B9376E0}" presName="descendantArrow" presStyleCnt="0"/>
      <dgm:spPr/>
    </dgm:pt>
    <dgm:pt modelId="{B3475BFD-202B-45B6-B48D-9063F7F6DADC}" type="pres">
      <dgm:prSet presAssocID="{DDA588B2-9C3A-4536-9E8A-8F8FAB80EEA1}" presName="childTextArrow" presStyleLbl="fgAccFollowNode1" presStyleIdx="2" presStyleCnt="6">
        <dgm:presLayoutVars>
          <dgm:bulletEnabled val="1"/>
        </dgm:presLayoutVars>
      </dgm:prSet>
      <dgm:spPr/>
    </dgm:pt>
    <dgm:pt modelId="{CFD700FE-C2EC-431A-9574-603DB4C6273B}" type="pres">
      <dgm:prSet presAssocID="{C901FE81-AFBE-4E04-9A22-B743E80AB758}" presName="childTextArrow" presStyleLbl="fgAccFollowNode1" presStyleIdx="3" presStyleCnt="6">
        <dgm:presLayoutVars>
          <dgm:bulletEnabled val="1"/>
        </dgm:presLayoutVars>
      </dgm:prSet>
      <dgm:spPr/>
    </dgm:pt>
    <dgm:pt modelId="{F5D3C98E-6F22-4D15-B943-22D55D7D5837}" type="pres">
      <dgm:prSet presAssocID="{E557B86D-F25C-4B9E-B3C6-A74A38BF4540}" presName="sp" presStyleCnt="0"/>
      <dgm:spPr/>
    </dgm:pt>
    <dgm:pt modelId="{44CEDB9C-72DB-471C-8C01-1F645B7CAA29}" type="pres">
      <dgm:prSet presAssocID="{0F12256A-5227-4DB0-88FD-5F6AE492A7C0}" presName="arrowAndChildren" presStyleCnt="0"/>
      <dgm:spPr/>
    </dgm:pt>
    <dgm:pt modelId="{B463E800-54F6-48EE-AD45-6F24984D593E}" type="pres">
      <dgm:prSet presAssocID="{0F12256A-5227-4DB0-88FD-5F6AE492A7C0}" presName="parentTextArrow" presStyleLbl="node1" presStyleIdx="3" presStyleCnt="6"/>
      <dgm:spPr/>
    </dgm:pt>
    <dgm:pt modelId="{0C134921-7833-4BE4-B0B8-F08B066A6781}" type="pres">
      <dgm:prSet presAssocID="{0F12256A-5227-4DB0-88FD-5F6AE492A7C0}" presName="arrow" presStyleLbl="node1" presStyleIdx="4" presStyleCnt="6"/>
      <dgm:spPr/>
    </dgm:pt>
    <dgm:pt modelId="{55D3B265-FF31-4176-804B-88EEF91544BA}" type="pres">
      <dgm:prSet presAssocID="{0F12256A-5227-4DB0-88FD-5F6AE492A7C0}" presName="descendantArrow" presStyleCnt="0"/>
      <dgm:spPr/>
    </dgm:pt>
    <dgm:pt modelId="{7E710106-490C-4CFC-8290-054648B649EF}" type="pres">
      <dgm:prSet presAssocID="{9CE3D425-D377-4811-B47C-0362411011A0}" presName="childTextArrow" presStyleLbl="fgAccFollowNode1" presStyleIdx="4" presStyleCnt="6">
        <dgm:presLayoutVars>
          <dgm:bulletEnabled val="1"/>
        </dgm:presLayoutVars>
      </dgm:prSet>
      <dgm:spPr/>
    </dgm:pt>
    <dgm:pt modelId="{41D25070-4819-43C8-A9E3-24FBA6D924E3}" type="pres">
      <dgm:prSet presAssocID="{3D52D425-02B9-4EC8-BE5A-1309F1913CC6}" presName="childTextArrow" presStyleLbl="fgAccFollowNode1" presStyleIdx="5" presStyleCnt="6">
        <dgm:presLayoutVars>
          <dgm:bulletEnabled val="1"/>
        </dgm:presLayoutVars>
      </dgm:prSet>
      <dgm:spPr/>
    </dgm:pt>
    <dgm:pt modelId="{5B653B71-B6AE-4212-933F-23A56080719B}" type="pres">
      <dgm:prSet presAssocID="{CF6DD218-1B1D-4422-93AC-0941D7636E26}" presName="sp" presStyleCnt="0"/>
      <dgm:spPr/>
    </dgm:pt>
    <dgm:pt modelId="{684BDD84-91A4-441A-BC83-38645ABF7DAD}" type="pres">
      <dgm:prSet presAssocID="{F21D5B4C-46DF-455F-BE62-AAD0A67A757A}" presName="arrowAndChildren" presStyleCnt="0"/>
      <dgm:spPr/>
    </dgm:pt>
    <dgm:pt modelId="{36952977-D460-44AE-B72A-186C6B251CF6}" type="pres">
      <dgm:prSet presAssocID="{F21D5B4C-46DF-455F-BE62-AAD0A67A757A}" presName="parentTextArrow" presStyleLbl="node1" presStyleIdx="5" presStyleCnt="6"/>
      <dgm:spPr/>
    </dgm:pt>
  </dgm:ptLst>
  <dgm:cxnLst>
    <dgm:cxn modelId="{00CBD32A-4433-4486-85C2-6D36EB8C83C0}" srcId="{82B14FE2-811B-494D-AFE5-696B1614608B}" destId="{00A6736A-D681-4B6C-BCBE-4F036B9376E0}" srcOrd="2" destOrd="0" parTransId="{4575BE14-44D0-49D9-A0E0-CDD2FD551EF3}" sibTransId="{B2F86F16-C834-4A41-B6AE-5079EDC40120}"/>
    <dgm:cxn modelId="{2470783A-24DC-414D-BAED-16FF3D3C6016}" type="presOf" srcId="{648EBBD2-2E37-435F-B872-7130A9D515C0}" destId="{680218EA-EE8D-4B73-9959-E45088E9C468}" srcOrd="1" destOrd="0" presId="urn:microsoft.com/office/officeart/2005/8/layout/process4"/>
    <dgm:cxn modelId="{184BA43D-024E-4DE8-B506-36FFC6B0132A}" type="presOf" srcId="{42595E5B-7AF8-4139-898B-F2F23336591F}" destId="{AD15779F-EB73-4E11-B007-A34D3087143A}" srcOrd="0" destOrd="0" presId="urn:microsoft.com/office/officeart/2005/8/layout/process4"/>
    <dgm:cxn modelId="{35F24A43-D17A-4B0E-9EC0-3ED972DF83F0}" srcId="{0F12256A-5227-4DB0-88FD-5F6AE492A7C0}" destId="{9CE3D425-D377-4811-B47C-0362411011A0}" srcOrd="0" destOrd="0" parTransId="{DE4CD566-7ECA-4223-A050-BDE10636CAB1}" sibTransId="{C23CD34B-3E12-4E6C-AF33-C31C4D080F41}"/>
    <dgm:cxn modelId="{E3CE4848-8C55-45D8-8F17-747B95F58DB5}" type="presOf" srcId="{C470D505-589D-402E-BE12-974CFF8D254F}" destId="{C7F298FE-EA18-49A0-9B52-CFC47D30AFDD}" srcOrd="0" destOrd="0" presId="urn:microsoft.com/office/officeart/2005/8/layout/process4"/>
    <dgm:cxn modelId="{E600AC4C-4D44-4E8F-A882-8C6D67D372AB}" type="presOf" srcId="{9CE3D425-D377-4811-B47C-0362411011A0}" destId="{7E710106-490C-4CFC-8290-054648B649EF}" srcOrd="0" destOrd="0" presId="urn:microsoft.com/office/officeart/2005/8/layout/process4"/>
    <dgm:cxn modelId="{BF75FB52-2538-49A6-94CE-796467E57272}" type="presOf" srcId="{C901FE81-AFBE-4E04-9A22-B743E80AB758}" destId="{CFD700FE-C2EC-431A-9574-603DB4C6273B}" srcOrd="0" destOrd="0" presId="urn:microsoft.com/office/officeart/2005/8/layout/process4"/>
    <dgm:cxn modelId="{17AB3F77-9A8B-4954-B6CF-6F9EBE6BDB15}" type="presOf" srcId="{0F12256A-5227-4DB0-88FD-5F6AE492A7C0}" destId="{B463E800-54F6-48EE-AD45-6F24984D593E}" srcOrd="0" destOrd="0" presId="urn:microsoft.com/office/officeart/2005/8/layout/process4"/>
    <dgm:cxn modelId="{F6075F7F-4EAB-4238-865F-FD2875C1359F}" type="presOf" srcId="{3D52D425-02B9-4EC8-BE5A-1309F1913CC6}" destId="{41D25070-4819-43C8-A9E3-24FBA6D924E3}" srcOrd="0" destOrd="0" presId="urn:microsoft.com/office/officeart/2005/8/layout/process4"/>
    <dgm:cxn modelId="{533E0482-BA92-4461-A330-36E1A6B36219}" srcId="{FD985470-F77E-45D5-9728-46B639E9A38C}" destId="{C470D505-589D-402E-BE12-974CFF8D254F}" srcOrd="0" destOrd="0" parTransId="{8A6ED489-17A9-4C3F-80C8-858A2F7A5EB0}" sibTransId="{0AF49F36-395F-4846-83D8-BDA27695BC96}"/>
    <dgm:cxn modelId="{611E3B82-CFD5-498C-9A76-4949C2A5BCC1}" type="presOf" srcId="{00A6736A-D681-4B6C-BCBE-4F036B9376E0}" destId="{ECE28CE4-AFD8-4310-91F7-3F9782F4626C}" srcOrd="1" destOrd="0" presId="urn:microsoft.com/office/officeart/2005/8/layout/process4"/>
    <dgm:cxn modelId="{BA735788-304C-40A1-AA24-1DB4D6EF5375}" type="presOf" srcId="{648EBBD2-2E37-435F-B872-7130A9D515C0}" destId="{83A54806-0581-4591-AB54-BE8CF1DCD859}" srcOrd="0" destOrd="0" presId="urn:microsoft.com/office/officeart/2005/8/layout/process4"/>
    <dgm:cxn modelId="{1BBA488A-7AD6-4898-9330-E506FE422879}" type="presOf" srcId="{82B14FE2-811B-494D-AFE5-696B1614608B}" destId="{D6A56E4F-0F59-42FB-96D6-D533E871343E}" srcOrd="0" destOrd="0" presId="urn:microsoft.com/office/officeart/2005/8/layout/process4"/>
    <dgm:cxn modelId="{06B9538B-9391-4647-A257-4C848524DB0A}" type="presOf" srcId="{00A6736A-D681-4B6C-BCBE-4F036B9376E0}" destId="{73134791-C630-4014-8474-DCBBB7511C0C}" srcOrd="0" destOrd="0" presId="urn:microsoft.com/office/officeart/2005/8/layout/process4"/>
    <dgm:cxn modelId="{6973308E-7E80-42CA-8A1A-EC04525C469A}" srcId="{82B14FE2-811B-494D-AFE5-696B1614608B}" destId="{FD985470-F77E-45D5-9728-46B639E9A38C}" srcOrd="4" destOrd="0" parTransId="{D6857F47-3CC5-49AF-B720-163CE4D621A2}" sibTransId="{48CB567E-E6B8-4C99-97FF-CA0009839217}"/>
    <dgm:cxn modelId="{52452296-19C8-42EB-9116-8D8DD5FFED20}" type="presOf" srcId="{FD985470-F77E-45D5-9728-46B639E9A38C}" destId="{878E239D-7607-43CC-8718-8894A6AC6BE1}" srcOrd="0" destOrd="0" presId="urn:microsoft.com/office/officeart/2005/8/layout/process4"/>
    <dgm:cxn modelId="{16CAFA97-869E-4049-9D10-0DB62455F77D}" type="presOf" srcId="{0F12256A-5227-4DB0-88FD-5F6AE492A7C0}" destId="{0C134921-7833-4BE4-B0B8-F08B066A6781}" srcOrd="1" destOrd="0" presId="urn:microsoft.com/office/officeart/2005/8/layout/process4"/>
    <dgm:cxn modelId="{D44EFA9E-BCC0-4F2F-922C-C931D71000C8}" srcId="{82B14FE2-811B-494D-AFE5-696B1614608B}" destId="{42595E5B-7AF8-4139-898B-F2F23336591F}" srcOrd="5" destOrd="0" parTransId="{0956FDA2-DFC8-424C-85BC-669D0E684E07}" sibTransId="{DD1380CB-A22F-49BB-8738-6C32208E62AC}"/>
    <dgm:cxn modelId="{2E5B76AF-6A3F-492E-806F-C251FF044BF0}" srcId="{0F12256A-5227-4DB0-88FD-5F6AE492A7C0}" destId="{3D52D425-02B9-4EC8-BE5A-1309F1913CC6}" srcOrd="1" destOrd="0" parTransId="{092B83CB-4B27-48A7-964C-C2AF9519247A}" sibTransId="{A9B481D9-076A-4B5D-A53A-F8046816C954}"/>
    <dgm:cxn modelId="{EC9BEFB7-A9A4-4FE4-BD95-6C9B97348168}" srcId="{82B14FE2-811B-494D-AFE5-696B1614608B}" destId="{0F12256A-5227-4DB0-88FD-5F6AE492A7C0}" srcOrd="1" destOrd="0" parTransId="{FE9B3383-E06D-48A0-9288-18FF05FF811E}" sibTransId="{E557B86D-F25C-4B9E-B3C6-A74A38BF4540}"/>
    <dgm:cxn modelId="{6BFE39C5-45F2-44E3-A46A-922E81F8048C}" type="presOf" srcId="{13705212-197F-4B1A-BD1E-12D342524CB6}" destId="{FBD287F7-5B46-44C1-B072-7895BFFCA1DD}" srcOrd="0" destOrd="0" presId="urn:microsoft.com/office/officeart/2005/8/layout/process4"/>
    <dgm:cxn modelId="{4DB98CC8-D58B-486D-9601-64A5E4B40BF6}" type="presOf" srcId="{DDA588B2-9C3A-4536-9E8A-8F8FAB80EEA1}" destId="{B3475BFD-202B-45B6-B48D-9063F7F6DADC}" srcOrd="0" destOrd="0" presId="urn:microsoft.com/office/officeart/2005/8/layout/process4"/>
    <dgm:cxn modelId="{E9B11AD0-836F-4F92-AEA9-B04717265F88}" type="presOf" srcId="{FD985470-F77E-45D5-9728-46B639E9A38C}" destId="{6C68B985-7AE9-43F1-8844-7841F0458300}" srcOrd="1" destOrd="0" presId="urn:microsoft.com/office/officeart/2005/8/layout/process4"/>
    <dgm:cxn modelId="{A7A13CD1-635E-42EE-A387-E06ECE412A7B}" type="presOf" srcId="{F21D5B4C-46DF-455F-BE62-AAD0A67A757A}" destId="{36952977-D460-44AE-B72A-186C6B251CF6}" srcOrd="0" destOrd="0" presId="urn:microsoft.com/office/officeart/2005/8/layout/process4"/>
    <dgm:cxn modelId="{559DFCDD-A855-4662-8C8E-96BFD24B56D0}" srcId="{00A6736A-D681-4B6C-BCBE-4F036B9376E0}" destId="{C901FE81-AFBE-4E04-9A22-B743E80AB758}" srcOrd="1" destOrd="0" parTransId="{96064D66-FC4A-402C-89F8-49C5546A9A75}" sibTransId="{B2557568-7049-47AC-803B-CAA1C9F05A8C}"/>
    <dgm:cxn modelId="{F0B163E1-8176-458B-B3DC-8038D218E677}" srcId="{82B14FE2-811B-494D-AFE5-696B1614608B}" destId="{648EBBD2-2E37-435F-B872-7130A9D515C0}" srcOrd="3" destOrd="0" parTransId="{2E1BC27A-CF42-4A64-8B86-612A62D5CD21}" sibTransId="{1768E493-60F3-4EB3-AA91-2CA405D45B42}"/>
    <dgm:cxn modelId="{DC7BE8E4-9A89-4692-A863-39F698DC0899}" srcId="{82B14FE2-811B-494D-AFE5-696B1614608B}" destId="{F21D5B4C-46DF-455F-BE62-AAD0A67A757A}" srcOrd="0" destOrd="0" parTransId="{84592E85-879F-4A94-B4CC-F50514EEF3F2}" sibTransId="{CF6DD218-1B1D-4422-93AC-0941D7636E26}"/>
    <dgm:cxn modelId="{717CD9EA-48CB-4583-AD8C-747E67C675C8}" srcId="{00A6736A-D681-4B6C-BCBE-4F036B9376E0}" destId="{DDA588B2-9C3A-4536-9E8A-8F8FAB80EEA1}" srcOrd="0" destOrd="0" parTransId="{E54C99F8-12F8-44C5-A3F8-81BBB798ED1D}" sibTransId="{A77BB8CC-5A47-4730-946B-FACE6F0198F6}"/>
    <dgm:cxn modelId="{CD1059FC-4E9A-4DE8-92E5-EDA9092ACFA2}" srcId="{648EBBD2-2E37-435F-B872-7130A9D515C0}" destId="{13705212-197F-4B1A-BD1E-12D342524CB6}" srcOrd="0" destOrd="0" parTransId="{A20BFC90-B4BB-4E79-8A34-74B1026D5F6C}" sibTransId="{C461FA02-ECFE-44B6-8805-BC450D0DCF33}"/>
    <dgm:cxn modelId="{54AFC730-9A57-432A-B736-172F0D342293}" type="presParOf" srcId="{D6A56E4F-0F59-42FB-96D6-D533E871343E}" destId="{9CF9BA5E-4C94-4113-9DC5-92BB67C99577}" srcOrd="0" destOrd="0" presId="urn:microsoft.com/office/officeart/2005/8/layout/process4"/>
    <dgm:cxn modelId="{F6BF94D2-D4B1-4222-8136-9D612682CD26}" type="presParOf" srcId="{9CF9BA5E-4C94-4113-9DC5-92BB67C99577}" destId="{AD15779F-EB73-4E11-B007-A34D3087143A}" srcOrd="0" destOrd="0" presId="urn:microsoft.com/office/officeart/2005/8/layout/process4"/>
    <dgm:cxn modelId="{588DA93E-F2A5-43FC-B562-28259707FE86}" type="presParOf" srcId="{D6A56E4F-0F59-42FB-96D6-D533E871343E}" destId="{38630D16-D1E0-4B97-B1F0-CAB5B37CA97F}" srcOrd="1" destOrd="0" presId="urn:microsoft.com/office/officeart/2005/8/layout/process4"/>
    <dgm:cxn modelId="{755E3C8A-A549-439E-907F-5FF6B4BD3531}" type="presParOf" srcId="{D6A56E4F-0F59-42FB-96D6-D533E871343E}" destId="{68596E57-EB72-44F1-BD91-B40F09229536}" srcOrd="2" destOrd="0" presId="urn:microsoft.com/office/officeart/2005/8/layout/process4"/>
    <dgm:cxn modelId="{E8B7F0B2-EEA5-4FAF-A1E1-FB95391BEC63}" type="presParOf" srcId="{68596E57-EB72-44F1-BD91-B40F09229536}" destId="{878E239D-7607-43CC-8718-8894A6AC6BE1}" srcOrd="0" destOrd="0" presId="urn:microsoft.com/office/officeart/2005/8/layout/process4"/>
    <dgm:cxn modelId="{CA4F806B-3C30-43EC-B718-9790E3F94F13}" type="presParOf" srcId="{68596E57-EB72-44F1-BD91-B40F09229536}" destId="{6C68B985-7AE9-43F1-8844-7841F0458300}" srcOrd="1" destOrd="0" presId="urn:microsoft.com/office/officeart/2005/8/layout/process4"/>
    <dgm:cxn modelId="{3EA05122-91F7-472D-B8D2-83AB3CBFBA8C}" type="presParOf" srcId="{68596E57-EB72-44F1-BD91-B40F09229536}" destId="{D33EF158-CECC-4CF9-AA3A-F0BB2F4ED2DA}" srcOrd="2" destOrd="0" presId="urn:microsoft.com/office/officeart/2005/8/layout/process4"/>
    <dgm:cxn modelId="{3AE55625-4B83-4BF4-ACC8-D6605A60E2BA}" type="presParOf" srcId="{D33EF158-CECC-4CF9-AA3A-F0BB2F4ED2DA}" destId="{C7F298FE-EA18-49A0-9B52-CFC47D30AFDD}" srcOrd="0" destOrd="0" presId="urn:microsoft.com/office/officeart/2005/8/layout/process4"/>
    <dgm:cxn modelId="{43CD8412-A448-435E-A08B-3DA368B78C75}" type="presParOf" srcId="{D6A56E4F-0F59-42FB-96D6-D533E871343E}" destId="{FE393091-73F9-409A-B49D-FA221D5E72D9}" srcOrd="3" destOrd="0" presId="urn:microsoft.com/office/officeart/2005/8/layout/process4"/>
    <dgm:cxn modelId="{E07BEE21-E95C-4C92-84AF-8082836D1F77}" type="presParOf" srcId="{D6A56E4F-0F59-42FB-96D6-D533E871343E}" destId="{4BB7C05D-AE73-4F57-8152-C0DA940C67EE}" srcOrd="4" destOrd="0" presId="urn:microsoft.com/office/officeart/2005/8/layout/process4"/>
    <dgm:cxn modelId="{9D776CDB-E13F-4903-8741-75966EDC5170}" type="presParOf" srcId="{4BB7C05D-AE73-4F57-8152-C0DA940C67EE}" destId="{83A54806-0581-4591-AB54-BE8CF1DCD859}" srcOrd="0" destOrd="0" presId="urn:microsoft.com/office/officeart/2005/8/layout/process4"/>
    <dgm:cxn modelId="{F78F54B2-8123-4E16-9D6C-AAAB1CE0519E}" type="presParOf" srcId="{4BB7C05D-AE73-4F57-8152-C0DA940C67EE}" destId="{680218EA-EE8D-4B73-9959-E45088E9C468}" srcOrd="1" destOrd="0" presId="urn:microsoft.com/office/officeart/2005/8/layout/process4"/>
    <dgm:cxn modelId="{68B40D41-D168-45CA-9FE2-3D8EA6CADEF4}" type="presParOf" srcId="{4BB7C05D-AE73-4F57-8152-C0DA940C67EE}" destId="{BC75E495-10C6-4645-8F2B-DE02B3F9E800}" srcOrd="2" destOrd="0" presId="urn:microsoft.com/office/officeart/2005/8/layout/process4"/>
    <dgm:cxn modelId="{1A1111FA-5A44-4C27-BB83-BC969562F37A}" type="presParOf" srcId="{BC75E495-10C6-4645-8F2B-DE02B3F9E800}" destId="{FBD287F7-5B46-44C1-B072-7895BFFCA1DD}" srcOrd="0" destOrd="0" presId="urn:microsoft.com/office/officeart/2005/8/layout/process4"/>
    <dgm:cxn modelId="{5281F649-7B9B-4DCF-8D6B-DEE4FF915616}" type="presParOf" srcId="{D6A56E4F-0F59-42FB-96D6-D533E871343E}" destId="{CA851C0B-1679-4065-A256-821F2D40A1B1}" srcOrd="5" destOrd="0" presId="urn:microsoft.com/office/officeart/2005/8/layout/process4"/>
    <dgm:cxn modelId="{78CF3812-53DE-4D6F-B2A1-C65D45766317}" type="presParOf" srcId="{D6A56E4F-0F59-42FB-96D6-D533E871343E}" destId="{7266AF3F-B24D-4EB5-A59A-52C21B916A1A}" srcOrd="6" destOrd="0" presId="urn:microsoft.com/office/officeart/2005/8/layout/process4"/>
    <dgm:cxn modelId="{40EA6102-CAAF-45CF-8690-D117E3D21CDF}" type="presParOf" srcId="{7266AF3F-B24D-4EB5-A59A-52C21B916A1A}" destId="{73134791-C630-4014-8474-DCBBB7511C0C}" srcOrd="0" destOrd="0" presId="urn:microsoft.com/office/officeart/2005/8/layout/process4"/>
    <dgm:cxn modelId="{74589DA5-878B-4B13-A473-28FB815BD3BE}" type="presParOf" srcId="{7266AF3F-B24D-4EB5-A59A-52C21B916A1A}" destId="{ECE28CE4-AFD8-4310-91F7-3F9782F4626C}" srcOrd="1" destOrd="0" presId="urn:microsoft.com/office/officeart/2005/8/layout/process4"/>
    <dgm:cxn modelId="{7615A516-EF77-4042-BD7D-E8D6FF4C994B}" type="presParOf" srcId="{7266AF3F-B24D-4EB5-A59A-52C21B916A1A}" destId="{EB5DC7A2-CF3E-4845-B731-4423A19E6ECF}" srcOrd="2" destOrd="0" presId="urn:microsoft.com/office/officeart/2005/8/layout/process4"/>
    <dgm:cxn modelId="{C71DECF0-4E02-4CD7-9162-81409B6B5965}" type="presParOf" srcId="{EB5DC7A2-CF3E-4845-B731-4423A19E6ECF}" destId="{B3475BFD-202B-45B6-B48D-9063F7F6DADC}" srcOrd="0" destOrd="0" presId="urn:microsoft.com/office/officeart/2005/8/layout/process4"/>
    <dgm:cxn modelId="{D7E460DD-6AF4-4A28-98A2-330E0E1CCAE5}" type="presParOf" srcId="{EB5DC7A2-CF3E-4845-B731-4423A19E6ECF}" destId="{CFD700FE-C2EC-431A-9574-603DB4C6273B}" srcOrd="1" destOrd="0" presId="urn:microsoft.com/office/officeart/2005/8/layout/process4"/>
    <dgm:cxn modelId="{301209B8-2947-41C8-B479-4E6BEB11F950}" type="presParOf" srcId="{D6A56E4F-0F59-42FB-96D6-D533E871343E}" destId="{F5D3C98E-6F22-4D15-B943-22D55D7D5837}" srcOrd="7" destOrd="0" presId="urn:microsoft.com/office/officeart/2005/8/layout/process4"/>
    <dgm:cxn modelId="{ACD41ECC-1555-4FA7-81D3-87FECDB7C6C1}" type="presParOf" srcId="{D6A56E4F-0F59-42FB-96D6-D533E871343E}" destId="{44CEDB9C-72DB-471C-8C01-1F645B7CAA29}" srcOrd="8" destOrd="0" presId="urn:microsoft.com/office/officeart/2005/8/layout/process4"/>
    <dgm:cxn modelId="{11D860F5-29DC-4C8E-AFEE-19F5214A7EAD}" type="presParOf" srcId="{44CEDB9C-72DB-471C-8C01-1F645B7CAA29}" destId="{B463E800-54F6-48EE-AD45-6F24984D593E}" srcOrd="0" destOrd="0" presId="urn:microsoft.com/office/officeart/2005/8/layout/process4"/>
    <dgm:cxn modelId="{ABBB1E38-BD69-4E40-B0D5-8825D88E9FB7}" type="presParOf" srcId="{44CEDB9C-72DB-471C-8C01-1F645B7CAA29}" destId="{0C134921-7833-4BE4-B0B8-F08B066A6781}" srcOrd="1" destOrd="0" presId="urn:microsoft.com/office/officeart/2005/8/layout/process4"/>
    <dgm:cxn modelId="{6A9FB776-3026-4A26-AA52-D1B9BE05224F}" type="presParOf" srcId="{44CEDB9C-72DB-471C-8C01-1F645B7CAA29}" destId="{55D3B265-FF31-4176-804B-88EEF91544BA}" srcOrd="2" destOrd="0" presId="urn:microsoft.com/office/officeart/2005/8/layout/process4"/>
    <dgm:cxn modelId="{180514C0-2F6E-45C8-97F8-330D2EDDCA70}" type="presParOf" srcId="{55D3B265-FF31-4176-804B-88EEF91544BA}" destId="{7E710106-490C-4CFC-8290-054648B649EF}" srcOrd="0" destOrd="0" presId="urn:microsoft.com/office/officeart/2005/8/layout/process4"/>
    <dgm:cxn modelId="{98ECF36A-5A6E-452A-87DB-26267CF407BF}" type="presParOf" srcId="{55D3B265-FF31-4176-804B-88EEF91544BA}" destId="{41D25070-4819-43C8-A9E3-24FBA6D924E3}" srcOrd="1" destOrd="0" presId="urn:microsoft.com/office/officeart/2005/8/layout/process4"/>
    <dgm:cxn modelId="{B09594D1-3859-4929-9446-AA14517FB79E}" type="presParOf" srcId="{D6A56E4F-0F59-42FB-96D6-D533E871343E}" destId="{5B653B71-B6AE-4212-933F-23A56080719B}" srcOrd="9" destOrd="0" presId="urn:microsoft.com/office/officeart/2005/8/layout/process4"/>
    <dgm:cxn modelId="{4942975F-9399-49E2-A6FB-837967C53842}" type="presParOf" srcId="{D6A56E4F-0F59-42FB-96D6-D533E871343E}" destId="{684BDD84-91A4-441A-BC83-38645ABF7DAD}" srcOrd="10" destOrd="0" presId="urn:microsoft.com/office/officeart/2005/8/layout/process4"/>
    <dgm:cxn modelId="{7BC838EE-9316-4C71-909F-2004DFB24459}" type="presParOf" srcId="{684BDD84-91A4-441A-BC83-38645ABF7DAD}" destId="{36952977-D460-44AE-B72A-186C6B251CF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B668EEC-39BC-42BA-A3D7-6CC99B1F4896}" type="doc">
      <dgm:prSet loTypeId="urn:microsoft.com/office/officeart/2011/layout/CircleProcess" loCatId="process" qsTypeId="urn:microsoft.com/office/officeart/2005/8/quickstyle/simple1" qsCatId="simple" csTypeId="urn:microsoft.com/office/officeart/2005/8/colors/accent0_1" csCatId="mainScheme" phldr="1"/>
      <dgm:spPr/>
    </dgm:pt>
    <dgm:pt modelId="{338B0B00-6230-4D19-B9D2-08F5AFFA5A29}">
      <dgm:prSet phldrT="[Text]"/>
      <dgm:spPr/>
      <dgm:t>
        <a:bodyPr/>
        <a:lstStyle/>
        <a:p>
          <a:pPr>
            <a:buNone/>
          </a:pPr>
          <a:r>
            <a:rPr lang="en-US"/>
            <a:t>Feb–Mar: Failure injection &amp; analysis</a:t>
          </a:r>
        </a:p>
      </dgm:t>
    </dgm:pt>
    <dgm:pt modelId="{CF193BC0-9868-4218-9E5F-62F6A5B61221}" type="parTrans" cxnId="{0022F4DE-CEF3-464F-B429-777EF6F213CD}">
      <dgm:prSet/>
      <dgm:spPr/>
      <dgm:t>
        <a:bodyPr/>
        <a:lstStyle/>
        <a:p>
          <a:endParaRPr lang="en-US"/>
        </a:p>
      </dgm:t>
    </dgm:pt>
    <dgm:pt modelId="{47C0249F-61CF-4088-9E6F-5C8A92625AD8}" type="sibTrans" cxnId="{0022F4DE-CEF3-464F-B429-777EF6F213CD}">
      <dgm:prSet/>
      <dgm:spPr/>
      <dgm:t>
        <a:bodyPr/>
        <a:lstStyle/>
        <a:p>
          <a:endParaRPr lang="en-US"/>
        </a:p>
      </dgm:t>
    </dgm:pt>
    <dgm:pt modelId="{88DD85E8-0CC0-4939-BE4E-481FAC4E3D08}">
      <dgm:prSet/>
      <dgm:spPr/>
      <dgm:t>
        <a:bodyPr/>
        <a:lstStyle/>
        <a:p>
          <a:pPr>
            <a:buNone/>
          </a:pPr>
          <a:r>
            <a:rPr lang="en-US"/>
            <a:t>Mar–Apr: Detection signal design</a:t>
          </a:r>
        </a:p>
      </dgm:t>
    </dgm:pt>
    <dgm:pt modelId="{FD5DDF75-5E17-499B-AF8C-BF98243F22A2}" type="parTrans" cxnId="{AA87D411-C8A2-4DEB-ADF9-749F6A7D9937}">
      <dgm:prSet/>
      <dgm:spPr/>
      <dgm:t>
        <a:bodyPr/>
        <a:lstStyle/>
        <a:p>
          <a:endParaRPr lang="en-US"/>
        </a:p>
      </dgm:t>
    </dgm:pt>
    <dgm:pt modelId="{D86217E0-7AB7-4826-A1C4-EEE203830D7E}" type="sibTrans" cxnId="{AA87D411-C8A2-4DEB-ADF9-749F6A7D9937}">
      <dgm:prSet/>
      <dgm:spPr/>
      <dgm:t>
        <a:bodyPr/>
        <a:lstStyle/>
        <a:p>
          <a:endParaRPr lang="en-US"/>
        </a:p>
      </dgm:t>
    </dgm:pt>
    <dgm:pt modelId="{9705B269-7188-499F-9D4A-8DAA8400AC3D}">
      <dgm:prSet/>
      <dgm:spPr/>
      <dgm:t>
        <a:bodyPr/>
        <a:lstStyle/>
        <a:p>
          <a:pPr>
            <a:buNone/>
          </a:pPr>
          <a:r>
            <a:rPr lang="en-US"/>
            <a:t>Apr: Recovery mechanisms</a:t>
          </a:r>
        </a:p>
      </dgm:t>
    </dgm:pt>
    <dgm:pt modelId="{6EFF8C29-D5B3-4E6D-A1BC-79502AE14FE4}" type="parTrans" cxnId="{7F147FA0-6D08-4B4F-BBFA-C27319D679FC}">
      <dgm:prSet/>
      <dgm:spPr/>
      <dgm:t>
        <a:bodyPr/>
        <a:lstStyle/>
        <a:p>
          <a:endParaRPr lang="en-US"/>
        </a:p>
      </dgm:t>
    </dgm:pt>
    <dgm:pt modelId="{A642BBFA-F37F-480E-8CED-7958CC4B20DB}" type="sibTrans" cxnId="{7F147FA0-6D08-4B4F-BBFA-C27319D679FC}">
      <dgm:prSet/>
      <dgm:spPr/>
      <dgm:t>
        <a:bodyPr/>
        <a:lstStyle/>
        <a:p>
          <a:endParaRPr lang="en-US"/>
        </a:p>
      </dgm:t>
    </dgm:pt>
    <dgm:pt modelId="{F26CA61C-95B7-4133-8A9A-50EF4021D24E}">
      <dgm:prSet/>
      <dgm:spPr/>
      <dgm:t>
        <a:bodyPr/>
        <a:lstStyle/>
        <a:p>
          <a:pPr>
            <a:buNone/>
          </a:pPr>
          <a:r>
            <a:rPr lang="en-US"/>
            <a:t>May: Final consolidation &amp; thesis submission</a:t>
          </a:r>
        </a:p>
      </dgm:t>
    </dgm:pt>
    <dgm:pt modelId="{7E6095BA-30F8-4EE9-BAE4-550C7105AB61}" type="parTrans" cxnId="{A062928E-A1E8-4AFB-874D-E6668B5CE62F}">
      <dgm:prSet/>
      <dgm:spPr/>
      <dgm:t>
        <a:bodyPr/>
        <a:lstStyle/>
        <a:p>
          <a:endParaRPr lang="en-US"/>
        </a:p>
      </dgm:t>
    </dgm:pt>
    <dgm:pt modelId="{9C1B0586-5526-45FC-B94C-82113B685F3C}" type="sibTrans" cxnId="{A062928E-A1E8-4AFB-874D-E6668B5CE62F}">
      <dgm:prSet/>
      <dgm:spPr/>
      <dgm:t>
        <a:bodyPr/>
        <a:lstStyle/>
        <a:p>
          <a:endParaRPr lang="en-US"/>
        </a:p>
      </dgm:t>
    </dgm:pt>
    <dgm:pt modelId="{1AD6D2AE-BFB3-4FD0-BAF3-D85EDDF6AF5C}" type="pres">
      <dgm:prSet presAssocID="{1B668EEC-39BC-42BA-A3D7-6CC99B1F4896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A798927-D1F7-45FE-B6E1-A99AE7096870}" type="pres">
      <dgm:prSet presAssocID="{F26CA61C-95B7-4133-8A9A-50EF4021D24E}" presName="Accent4" presStyleCnt="0"/>
      <dgm:spPr/>
    </dgm:pt>
    <dgm:pt modelId="{66E819F2-E055-4138-9FB7-6111F3D82E4A}" type="pres">
      <dgm:prSet presAssocID="{F26CA61C-95B7-4133-8A9A-50EF4021D24E}" presName="Accent" presStyleLbl="node1" presStyleIdx="0" presStyleCnt="4"/>
      <dgm:spPr/>
    </dgm:pt>
    <dgm:pt modelId="{37861274-AA36-4B3F-9EBB-78D0029B5093}" type="pres">
      <dgm:prSet presAssocID="{F26CA61C-95B7-4133-8A9A-50EF4021D24E}" presName="ParentBackground4" presStyleCnt="0"/>
      <dgm:spPr/>
    </dgm:pt>
    <dgm:pt modelId="{1948051D-4299-426A-B6E1-45BA7DECCEDC}" type="pres">
      <dgm:prSet presAssocID="{F26CA61C-95B7-4133-8A9A-50EF4021D24E}" presName="ParentBackground" presStyleLbl="fgAcc1" presStyleIdx="0" presStyleCnt="4"/>
      <dgm:spPr/>
    </dgm:pt>
    <dgm:pt modelId="{5137771B-C655-4BA6-9BE9-7ACB7E9E75BD}" type="pres">
      <dgm:prSet presAssocID="{F26CA61C-95B7-4133-8A9A-50EF4021D24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5361865-B244-4F49-82B9-16C322B28D9D}" type="pres">
      <dgm:prSet presAssocID="{9705B269-7188-499F-9D4A-8DAA8400AC3D}" presName="Accent3" presStyleCnt="0"/>
      <dgm:spPr/>
    </dgm:pt>
    <dgm:pt modelId="{9788C831-9B92-4085-AD01-20553E8E177C}" type="pres">
      <dgm:prSet presAssocID="{9705B269-7188-499F-9D4A-8DAA8400AC3D}" presName="Accent" presStyleLbl="node1" presStyleIdx="1" presStyleCnt="4"/>
      <dgm:spPr/>
    </dgm:pt>
    <dgm:pt modelId="{05C0CD07-78DE-41D0-8CFA-E5690E903C17}" type="pres">
      <dgm:prSet presAssocID="{9705B269-7188-499F-9D4A-8DAA8400AC3D}" presName="ParentBackground3" presStyleCnt="0"/>
      <dgm:spPr/>
    </dgm:pt>
    <dgm:pt modelId="{13C0B90B-D180-43EC-904A-E8D344E2BED0}" type="pres">
      <dgm:prSet presAssocID="{9705B269-7188-499F-9D4A-8DAA8400AC3D}" presName="ParentBackground" presStyleLbl="fgAcc1" presStyleIdx="1" presStyleCnt="4"/>
      <dgm:spPr/>
    </dgm:pt>
    <dgm:pt modelId="{1A79AADA-8622-4BD5-8B63-76383D0A5E09}" type="pres">
      <dgm:prSet presAssocID="{9705B269-7188-499F-9D4A-8DAA8400AC3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A55357A-27B7-4100-971B-6E4839B37465}" type="pres">
      <dgm:prSet presAssocID="{88DD85E8-0CC0-4939-BE4E-481FAC4E3D08}" presName="Accent2" presStyleCnt="0"/>
      <dgm:spPr/>
    </dgm:pt>
    <dgm:pt modelId="{C54A4386-324D-480A-A593-A480B53083E5}" type="pres">
      <dgm:prSet presAssocID="{88DD85E8-0CC0-4939-BE4E-481FAC4E3D08}" presName="Accent" presStyleLbl="node1" presStyleIdx="2" presStyleCnt="4"/>
      <dgm:spPr/>
    </dgm:pt>
    <dgm:pt modelId="{F1F7A858-1CDE-48A7-A560-0DD2F84D995F}" type="pres">
      <dgm:prSet presAssocID="{88DD85E8-0CC0-4939-BE4E-481FAC4E3D08}" presName="ParentBackground2" presStyleCnt="0"/>
      <dgm:spPr/>
    </dgm:pt>
    <dgm:pt modelId="{039CB9CF-8ACC-4CCD-9EA1-C50939F6D12F}" type="pres">
      <dgm:prSet presAssocID="{88DD85E8-0CC0-4939-BE4E-481FAC4E3D08}" presName="ParentBackground" presStyleLbl="fgAcc1" presStyleIdx="2" presStyleCnt="4"/>
      <dgm:spPr/>
    </dgm:pt>
    <dgm:pt modelId="{D4AE6910-4E02-4D1E-8DC6-7EC54CB4B9A0}" type="pres">
      <dgm:prSet presAssocID="{88DD85E8-0CC0-4939-BE4E-481FAC4E3D08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C1AA33A-157C-4841-9652-2DACE4E62DC4}" type="pres">
      <dgm:prSet presAssocID="{338B0B00-6230-4D19-B9D2-08F5AFFA5A29}" presName="Accent1" presStyleCnt="0"/>
      <dgm:spPr/>
    </dgm:pt>
    <dgm:pt modelId="{6239A377-F40B-4384-9686-9E0A5FB003A0}" type="pres">
      <dgm:prSet presAssocID="{338B0B00-6230-4D19-B9D2-08F5AFFA5A29}" presName="Accent" presStyleLbl="node1" presStyleIdx="3" presStyleCnt="4"/>
      <dgm:spPr/>
    </dgm:pt>
    <dgm:pt modelId="{B2C16286-E5BF-4533-BC6C-711D9F33BB38}" type="pres">
      <dgm:prSet presAssocID="{338B0B00-6230-4D19-B9D2-08F5AFFA5A29}" presName="ParentBackground1" presStyleCnt="0"/>
      <dgm:spPr/>
    </dgm:pt>
    <dgm:pt modelId="{692EDA28-5318-4693-970F-6A654D93AEBB}" type="pres">
      <dgm:prSet presAssocID="{338B0B00-6230-4D19-B9D2-08F5AFFA5A29}" presName="ParentBackground" presStyleLbl="fgAcc1" presStyleIdx="3" presStyleCnt="4"/>
      <dgm:spPr/>
    </dgm:pt>
    <dgm:pt modelId="{0C967AD4-83CB-407E-B077-1E363E42598E}" type="pres">
      <dgm:prSet presAssocID="{338B0B00-6230-4D19-B9D2-08F5AFFA5A2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7776E03-3A98-4524-B10C-5A8C00AF3E29}" type="presOf" srcId="{88DD85E8-0CC0-4939-BE4E-481FAC4E3D08}" destId="{D4AE6910-4E02-4D1E-8DC6-7EC54CB4B9A0}" srcOrd="1" destOrd="0" presId="urn:microsoft.com/office/officeart/2011/layout/CircleProcess"/>
    <dgm:cxn modelId="{66688005-D0EE-40DE-84FB-13BC8A5D7E49}" type="presOf" srcId="{88DD85E8-0CC0-4939-BE4E-481FAC4E3D08}" destId="{039CB9CF-8ACC-4CCD-9EA1-C50939F6D12F}" srcOrd="0" destOrd="0" presId="urn:microsoft.com/office/officeart/2011/layout/CircleProcess"/>
    <dgm:cxn modelId="{AA87D411-C8A2-4DEB-ADF9-749F6A7D9937}" srcId="{1B668EEC-39BC-42BA-A3D7-6CC99B1F4896}" destId="{88DD85E8-0CC0-4939-BE4E-481FAC4E3D08}" srcOrd="1" destOrd="0" parTransId="{FD5DDF75-5E17-499B-AF8C-BF98243F22A2}" sibTransId="{D86217E0-7AB7-4826-A1C4-EEE203830D7E}"/>
    <dgm:cxn modelId="{2BA86F19-D941-4CAB-B358-2A75BFB82D88}" type="presOf" srcId="{F26CA61C-95B7-4133-8A9A-50EF4021D24E}" destId="{5137771B-C655-4BA6-9BE9-7ACB7E9E75BD}" srcOrd="1" destOrd="0" presId="urn:microsoft.com/office/officeart/2011/layout/CircleProcess"/>
    <dgm:cxn modelId="{34F2782E-E0A7-4576-99B3-E5991874B9B2}" type="presOf" srcId="{1B668EEC-39BC-42BA-A3D7-6CC99B1F4896}" destId="{1AD6D2AE-BFB3-4FD0-BAF3-D85EDDF6AF5C}" srcOrd="0" destOrd="0" presId="urn:microsoft.com/office/officeart/2011/layout/CircleProcess"/>
    <dgm:cxn modelId="{DC93633C-5552-444E-B729-76B309BF99CA}" type="presOf" srcId="{9705B269-7188-499F-9D4A-8DAA8400AC3D}" destId="{13C0B90B-D180-43EC-904A-E8D344E2BED0}" srcOrd="0" destOrd="0" presId="urn:microsoft.com/office/officeart/2011/layout/CircleProcess"/>
    <dgm:cxn modelId="{F1022E40-D440-4F16-BAA0-7E1E28E104BF}" type="presOf" srcId="{9705B269-7188-499F-9D4A-8DAA8400AC3D}" destId="{1A79AADA-8622-4BD5-8B63-76383D0A5E09}" srcOrd="1" destOrd="0" presId="urn:microsoft.com/office/officeart/2011/layout/CircleProcess"/>
    <dgm:cxn modelId="{92E00A41-2FE1-48D2-9547-A4F49E0F8736}" type="presOf" srcId="{338B0B00-6230-4D19-B9D2-08F5AFFA5A29}" destId="{692EDA28-5318-4693-970F-6A654D93AEBB}" srcOrd="0" destOrd="0" presId="urn:microsoft.com/office/officeart/2011/layout/CircleProcess"/>
    <dgm:cxn modelId="{454D5D74-C83C-4841-B069-CAF66F0004A3}" type="presOf" srcId="{F26CA61C-95B7-4133-8A9A-50EF4021D24E}" destId="{1948051D-4299-426A-B6E1-45BA7DECCEDC}" srcOrd="0" destOrd="0" presId="urn:microsoft.com/office/officeart/2011/layout/CircleProcess"/>
    <dgm:cxn modelId="{A062928E-A1E8-4AFB-874D-E6668B5CE62F}" srcId="{1B668EEC-39BC-42BA-A3D7-6CC99B1F4896}" destId="{F26CA61C-95B7-4133-8A9A-50EF4021D24E}" srcOrd="3" destOrd="0" parTransId="{7E6095BA-30F8-4EE9-BAE4-550C7105AB61}" sibTransId="{9C1B0586-5526-45FC-B94C-82113B685F3C}"/>
    <dgm:cxn modelId="{7F147FA0-6D08-4B4F-BBFA-C27319D679FC}" srcId="{1B668EEC-39BC-42BA-A3D7-6CC99B1F4896}" destId="{9705B269-7188-499F-9D4A-8DAA8400AC3D}" srcOrd="2" destOrd="0" parTransId="{6EFF8C29-D5B3-4E6D-A1BC-79502AE14FE4}" sibTransId="{A642BBFA-F37F-480E-8CED-7958CC4B20DB}"/>
    <dgm:cxn modelId="{CE9FE6CB-1948-4660-B420-9D22746A2DED}" type="presOf" srcId="{338B0B00-6230-4D19-B9D2-08F5AFFA5A29}" destId="{0C967AD4-83CB-407E-B077-1E363E42598E}" srcOrd="1" destOrd="0" presId="urn:microsoft.com/office/officeart/2011/layout/CircleProcess"/>
    <dgm:cxn modelId="{0022F4DE-CEF3-464F-B429-777EF6F213CD}" srcId="{1B668EEC-39BC-42BA-A3D7-6CC99B1F4896}" destId="{338B0B00-6230-4D19-B9D2-08F5AFFA5A29}" srcOrd="0" destOrd="0" parTransId="{CF193BC0-9868-4218-9E5F-62F6A5B61221}" sibTransId="{47C0249F-61CF-4088-9E6F-5C8A92625AD8}"/>
    <dgm:cxn modelId="{5EBB3BF7-0CC3-4B9F-B5E3-9A4039955FDB}" type="presParOf" srcId="{1AD6D2AE-BFB3-4FD0-BAF3-D85EDDF6AF5C}" destId="{BA798927-D1F7-45FE-B6E1-A99AE7096870}" srcOrd="0" destOrd="0" presId="urn:microsoft.com/office/officeart/2011/layout/CircleProcess"/>
    <dgm:cxn modelId="{FECA0C32-CE59-4A5E-8F60-3957F4B23EDD}" type="presParOf" srcId="{BA798927-D1F7-45FE-B6E1-A99AE7096870}" destId="{66E819F2-E055-4138-9FB7-6111F3D82E4A}" srcOrd="0" destOrd="0" presId="urn:microsoft.com/office/officeart/2011/layout/CircleProcess"/>
    <dgm:cxn modelId="{F1D27EAF-2892-462A-A710-03905D08DFC8}" type="presParOf" srcId="{1AD6D2AE-BFB3-4FD0-BAF3-D85EDDF6AF5C}" destId="{37861274-AA36-4B3F-9EBB-78D0029B5093}" srcOrd="1" destOrd="0" presId="urn:microsoft.com/office/officeart/2011/layout/CircleProcess"/>
    <dgm:cxn modelId="{D8E018CF-08EE-48C3-9621-A4B67FB5E962}" type="presParOf" srcId="{37861274-AA36-4B3F-9EBB-78D0029B5093}" destId="{1948051D-4299-426A-B6E1-45BA7DECCEDC}" srcOrd="0" destOrd="0" presId="urn:microsoft.com/office/officeart/2011/layout/CircleProcess"/>
    <dgm:cxn modelId="{05A57088-E65E-4823-A60C-C2F1153B8349}" type="presParOf" srcId="{1AD6D2AE-BFB3-4FD0-BAF3-D85EDDF6AF5C}" destId="{5137771B-C655-4BA6-9BE9-7ACB7E9E75BD}" srcOrd="2" destOrd="0" presId="urn:microsoft.com/office/officeart/2011/layout/CircleProcess"/>
    <dgm:cxn modelId="{CBC7361B-C30B-4ABD-91EB-71177246D724}" type="presParOf" srcId="{1AD6D2AE-BFB3-4FD0-BAF3-D85EDDF6AF5C}" destId="{85361865-B244-4F49-82B9-16C322B28D9D}" srcOrd="3" destOrd="0" presId="urn:microsoft.com/office/officeart/2011/layout/CircleProcess"/>
    <dgm:cxn modelId="{6F31646E-FAD5-465D-ABB0-45FFC96E021F}" type="presParOf" srcId="{85361865-B244-4F49-82B9-16C322B28D9D}" destId="{9788C831-9B92-4085-AD01-20553E8E177C}" srcOrd="0" destOrd="0" presId="urn:microsoft.com/office/officeart/2011/layout/CircleProcess"/>
    <dgm:cxn modelId="{6F5504FE-052C-46CC-9B59-96EC43165C4F}" type="presParOf" srcId="{1AD6D2AE-BFB3-4FD0-BAF3-D85EDDF6AF5C}" destId="{05C0CD07-78DE-41D0-8CFA-E5690E903C17}" srcOrd="4" destOrd="0" presId="urn:microsoft.com/office/officeart/2011/layout/CircleProcess"/>
    <dgm:cxn modelId="{EB19FFAF-B105-490E-85D6-BA4AF390F375}" type="presParOf" srcId="{05C0CD07-78DE-41D0-8CFA-E5690E903C17}" destId="{13C0B90B-D180-43EC-904A-E8D344E2BED0}" srcOrd="0" destOrd="0" presId="urn:microsoft.com/office/officeart/2011/layout/CircleProcess"/>
    <dgm:cxn modelId="{9FB1CE68-C67F-4DC6-9152-67229D5AE048}" type="presParOf" srcId="{1AD6D2AE-BFB3-4FD0-BAF3-D85EDDF6AF5C}" destId="{1A79AADA-8622-4BD5-8B63-76383D0A5E09}" srcOrd="5" destOrd="0" presId="urn:microsoft.com/office/officeart/2011/layout/CircleProcess"/>
    <dgm:cxn modelId="{A92338B3-4202-4FAF-9534-473398BC8A1E}" type="presParOf" srcId="{1AD6D2AE-BFB3-4FD0-BAF3-D85EDDF6AF5C}" destId="{DA55357A-27B7-4100-971B-6E4839B37465}" srcOrd="6" destOrd="0" presId="urn:microsoft.com/office/officeart/2011/layout/CircleProcess"/>
    <dgm:cxn modelId="{0DBB18E0-E3B5-4663-8955-246C767E8BA9}" type="presParOf" srcId="{DA55357A-27B7-4100-971B-6E4839B37465}" destId="{C54A4386-324D-480A-A593-A480B53083E5}" srcOrd="0" destOrd="0" presId="urn:microsoft.com/office/officeart/2011/layout/CircleProcess"/>
    <dgm:cxn modelId="{6F15D2B3-4364-4EB2-BEC8-644334F0F54D}" type="presParOf" srcId="{1AD6D2AE-BFB3-4FD0-BAF3-D85EDDF6AF5C}" destId="{F1F7A858-1CDE-48A7-A560-0DD2F84D995F}" srcOrd="7" destOrd="0" presId="urn:microsoft.com/office/officeart/2011/layout/CircleProcess"/>
    <dgm:cxn modelId="{F5779E02-2592-44CA-B089-3CAE1654AF04}" type="presParOf" srcId="{F1F7A858-1CDE-48A7-A560-0DD2F84D995F}" destId="{039CB9CF-8ACC-4CCD-9EA1-C50939F6D12F}" srcOrd="0" destOrd="0" presId="urn:microsoft.com/office/officeart/2011/layout/CircleProcess"/>
    <dgm:cxn modelId="{F177963B-EAEC-48BD-A564-E1E3161AAA9C}" type="presParOf" srcId="{1AD6D2AE-BFB3-4FD0-BAF3-D85EDDF6AF5C}" destId="{D4AE6910-4E02-4D1E-8DC6-7EC54CB4B9A0}" srcOrd="8" destOrd="0" presId="urn:microsoft.com/office/officeart/2011/layout/CircleProcess"/>
    <dgm:cxn modelId="{519F810F-011A-4177-95C3-210CFF274E59}" type="presParOf" srcId="{1AD6D2AE-BFB3-4FD0-BAF3-D85EDDF6AF5C}" destId="{8C1AA33A-157C-4841-9652-2DACE4E62DC4}" srcOrd="9" destOrd="0" presId="urn:microsoft.com/office/officeart/2011/layout/CircleProcess"/>
    <dgm:cxn modelId="{EB70263D-D29B-4EC3-A5A4-62FB36BEF760}" type="presParOf" srcId="{8C1AA33A-157C-4841-9652-2DACE4E62DC4}" destId="{6239A377-F40B-4384-9686-9E0A5FB003A0}" srcOrd="0" destOrd="0" presId="urn:microsoft.com/office/officeart/2011/layout/CircleProcess"/>
    <dgm:cxn modelId="{319A509B-CC94-4D11-A2C9-7B97752C3435}" type="presParOf" srcId="{1AD6D2AE-BFB3-4FD0-BAF3-D85EDDF6AF5C}" destId="{B2C16286-E5BF-4533-BC6C-711D9F33BB38}" srcOrd="10" destOrd="0" presId="urn:microsoft.com/office/officeart/2011/layout/CircleProcess"/>
    <dgm:cxn modelId="{BE8561F5-477B-424E-8D69-192929C74146}" type="presParOf" srcId="{B2C16286-E5BF-4533-BC6C-711D9F33BB38}" destId="{692EDA28-5318-4693-970F-6A654D93AEBB}" srcOrd="0" destOrd="0" presId="urn:microsoft.com/office/officeart/2011/layout/CircleProcess"/>
    <dgm:cxn modelId="{50002A00-396D-4E42-B0DB-334844C08766}" type="presParOf" srcId="{1AD6D2AE-BFB3-4FD0-BAF3-D85EDDF6AF5C}" destId="{0C967AD4-83CB-407E-B077-1E363E42598E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37D7B-DF4F-4A9C-98A7-C7AACEE83783}">
      <dsp:nvSpPr>
        <dsp:cNvPr id="0" name=""/>
        <dsp:cNvSpPr/>
      </dsp:nvSpPr>
      <dsp:spPr>
        <a:xfrm>
          <a:off x="0" y="110576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Project Objectives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22971" y="133547"/>
        <a:ext cx="1500360" cy="424617"/>
      </dsp:txXfrm>
    </dsp:sp>
    <dsp:sp modelId="{AEFB78FB-CC98-422F-936E-0E6163FEB78E}">
      <dsp:nvSpPr>
        <dsp:cNvPr id="0" name=""/>
        <dsp:cNvSpPr/>
      </dsp:nvSpPr>
      <dsp:spPr>
        <a:xfrm>
          <a:off x="0" y="607056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Model a realistic inventory decision environment</a:t>
          </a:r>
        </a:p>
      </dsp:txBody>
      <dsp:txXfrm>
        <a:off x="22971" y="630027"/>
        <a:ext cx="1500360" cy="424617"/>
      </dsp:txXfrm>
    </dsp:sp>
    <dsp:sp modelId="{10D81BD3-1C0F-4829-BDD2-36BDF0F89F2F}">
      <dsp:nvSpPr>
        <dsp:cNvPr id="0" name=""/>
        <dsp:cNvSpPr/>
      </dsp:nvSpPr>
      <dsp:spPr>
        <a:xfrm>
          <a:off x="0" y="1103535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Build a transparent baseline decision system</a:t>
          </a:r>
        </a:p>
      </dsp:txBody>
      <dsp:txXfrm>
        <a:off x="22971" y="1126506"/>
        <a:ext cx="1500360" cy="424617"/>
      </dsp:txXfrm>
    </dsp:sp>
    <dsp:sp modelId="{B48EACE0-0CEA-426A-BD12-945A1AC13979}">
      <dsp:nvSpPr>
        <dsp:cNvPr id="0" name=""/>
        <dsp:cNvSpPr/>
      </dsp:nvSpPr>
      <dsp:spPr>
        <a:xfrm>
          <a:off x="0" y="1600015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Systematically inject controlled failures</a:t>
          </a:r>
        </a:p>
      </dsp:txBody>
      <dsp:txXfrm>
        <a:off x="22971" y="1622986"/>
        <a:ext cx="1500360" cy="424617"/>
      </dsp:txXfrm>
    </dsp:sp>
    <dsp:sp modelId="{50477555-BD39-4A96-B213-526DF2E171C7}">
      <dsp:nvSpPr>
        <dsp:cNvPr id="0" name=""/>
        <dsp:cNvSpPr/>
      </dsp:nvSpPr>
      <dsp:spPr>
        <a:xfrm>
          <a:off x="0" y="2096494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>
              <a:solidFill>
                <a:schemeClr val="tx1"/>
              </a:solidFill>
            </a:rPr>
            <a:t>Observe how decision behavior degrades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22971" y="2119465"/>
        <a:ext cx="1500360" cy="424617"/>
      </dsp:txXfrm>
    </dsp:sp>
    <dsp:sp modelId="{69295C25-4E0A-490E-9597-C1EC99F876F8}">
      <dsp:nvSpPr>
        <dsp:cNvPr id="0" name=""/>
        <dsp:cNvSpPr/>
      </dsp:nvSpPr>
      <dsp:spPr>
        <a:xfrm>
          <a:off x="0" y="2592973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Prepare a framework for degradation detection and correction</a:t>
          </a:r>
        </a:p>
      </dsp:txBody>
      <dsp:txXfrm>
        <a:off x="22971" y="2615944"/>
        <a:ext cx="1500360" cy="424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97268-7F16-406B-A8C2-39A1ECD4FB45}">
      <dsp:nvSpPr>
        <dsp:cNvPr id="0" name=""/>
        <dsp:cNvSpPr/>
      </dsp:nvSpPr>
      <dsp:spPr>
        <a:xfrm>
          <a:off x="3234" y="405248"/>
          <a:ext cx="1239843" cy="477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Phased Methodology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3234" y="405248"/>
        <a:ext cx="1239843" cy="477255"/>
      </dsp:txXfrm>
    </dsp:sp>
    <dsp:sp modelId="{A7FB964C-A54D-4761-AECF-346BF33B5DE1}">
      <dsp:nvSpPr>
        <dsp:cNvPr id="0" name=""/>
        <dsp:cNvSpPr/>
      </dsp:nvSpPr>
      <dsp:spPr>
        <a:xfrm>
          <a:off x="3234" y="882503"/>
          <a:ext cx="1239843" cy="15392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The project follows a </a:t>
          </a:r>
          <a:r>
            <a:rPr lang="en-US" sz="1000" b="1" kern="1200" dirty="0"/>
            <a:t>multi-phase experimental framework</a:t>
          </a:r>
          <a:endParaRPr lang="en-US" sz="1000" kern="1200" dirty="0"/>
        </a:p>
      </dsp:txBody>
      <dsp:txXfrm>
        <a:off x="3234" y="882503"/>
        <a:ext cx="1239843" cy="1539237"/>
      </dsp:txXfrm>
    </dsp:sp>
    <dsp:sp modelId="{86F679D8-7E08-4B03-BFFC-CF69ADD366D0}">
      <dsp:nvSpPr>
        <dsp:cNvPr id="0" name=""/>
        <dsp:cNvSpPr/>
      </dsp:nvSpPr>
      <dsp:spPr>
        <a:xfrm>
          <a:off x="1416656" y="405248"/>
          <a:ext cx="1239843" cy="477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0 – Environment Characterization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1416656" y="405248"/>
        <a:ext cx="1239843" cy="477255"/>
      </dsp:txXfrm>
    </dsp:sp>
    <dsp:sp modelId="{B6FCE068-7082-4EE0-B8AA-128C686DB115}">
      <dsp:nvSpPr>
        <dsp:cNvPr id="0" name=""/>
        <dsp:cNvSpPr/>
      </dsp:nvSpPr>
      <dsp:spPr>
        <a:xfrm>
          <a:off x="1416656" y="882503"/>
          <a:ext cx="1239843" cy="15392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Analyze demand structure, variability, and coupling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Study store–department relationships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Identify behavioral patterns (e.g., holidays)</a:t>
          </a:r>
        </a:p>
      </dsp:txBody>
      <dsp:txXfrm>
        <a:off x="1416656" y="882503"/>
        <a:ext cx="1239843" cy="1539237"/>
      </dsp:txXfrm>
    </dsp:sp>
    <dsp:sp modelId="{9EB6C113-40DF-4889-A432-A0063222E712}">
      <dsp:nvSpPr>
        <dsp:cNvPr id="0" name=""/>
        <dsp:cNvSpPr/>
      </dsp:nvSpPr>
      <dsp:spPr>
        <a:xfrm>
          <a:off x="2830078" y="405248"/>
          <a:ext cx="1239843" cy="477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1 – Baseline Decision System</a:t>
          </a:r>
        </a:p>
      </dsp:txBody>
      <dsp:txXfrm>
        <a:off x="2830078" y="405248"/>
        <a:ext cx="1239843" cy="477255"/>
      </dsp:txXfrm>
    </dsp:sp>
    <dsp:sp modelId="{A97DAC28-1833-4201-9528-80580E672403}">
      <dsp:nvSpPr>
        <dsp:cNvPr id="0" name=""/>
        <dsp:cNvSpPr/>
      </dsp:nvSpPr>
      <dsp:spPr>
        <a:xfrm>
          <a:off x="2830078" y="882503"/>
          <a:ext cx="1239843" cy="15392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Define a single core decision: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Weekly inventory allocation (store × department)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Use simple, interpretable rules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Establish baseline performance metrics</a:t>
          </a:r>
        </a:p>
      </dsp:txBody>
      <dsp:txXfrm>
        <a:off x="2830078" y="882503"/>
        <a:ext cx="1239843" cy="1539237"/>
      </dsp:txXfrm>
    </dsp:sp>
    <dsp:sp modelId="{A5541B48-6F6F-4B1A-AC94-03113EC3D7B8}">
      <dsp:nvSpPr>
        <dsp:cNvPr id="0" name=""/>
        <dsp:cNvSpPr/>
      </dsp:nvSpPr>
      <dsp:spPr>
        <a:xfrm>
          <a:off x="4243499" y="405248"/>
          <a:ext cx="1239843" cy="477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2 – Failure Injection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4243499" y="405248"/>
        <a:ext cx="1239843" cy="477255"/>
      </dsp:txXfrm>
    </dsp:sp>
    <dsp:sp modelId="{E5F94FF4-5488-46FB-8F11-F2687012764E}">
      <dsp:nvSpPr>
        <dsp:cNvPr id="0" name=""/>
        <dsp:cNvSpPr/>
      </dsp:nvSpPr>
      <dsp:spPr>
        <a:xfrm>
          <a:off x="4243499" y="882503"/>
          <a:ext cx="1239843" cy="15392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Introduce controlled violations of assumptions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Observe gradual degradation (not immediate failure)</a:t>
          </a:r>
        </a:p>
      </dsp:txBody>
      <dsp:txXfrm>
        <a:off x="4243499" y="882503"/>
        <a:ext cx="1239843" cy="1539237"/>
      </dsp:txXfrm>
    </dsp:sp>
    <dsp:sp modelId="{6EC087A3-F293-4744-85B2-198BE4E591B1}">
      <dsp:nvSpPr>
        <dsp:cNvPr id="0" name=""/>
        <dsp:cNvSpPr/>
      </dsp:nvSpPr>
      <dsp:spPr>
        <a:xfrm>
          <a:off x="5656921" y="405248"/>
          <a:ext cx="1239843" cy="4772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Future Phases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5656921" y="405248"/>
        <a:ext cx="1239843" cy="477255"/>
      </dsp:txXfrm>
    </dsp:sp>
    <dsp:sp modelId="{E5197D7A-F3BD-4A70-9393-F934F3D90BEC}">
      <dsp:nvSpPr>
        <dsp:cNvPr id="0" name=""/>
        <dsp:cNvSpPr/>
      </dsp:nvSpPr>
      <dsp:spPr>
        <a:xfrm>
          <a:off x="5656921" y="882503"/>
          <a:ext cx="1239843" cy="153923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Phase 3: Degradation detection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Phase 4: Correction </a:t>
          </a:r>
          <a:r>
            <a:rPr lang="en-US" sz="1000" kern="1200"/>
            <a:t>and recovery</a:t>
          </a:r>
          <a:endParaRPr lang="en-US" sz="1000" kern="1200" dirty="0"/>
        </a:p>
      </dsp:txBody>
      <dsp:txXfrm>
        <a:off x="5656921" y="882503"/>
        <a:ext cx="1239843" cy="1539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6CA0C-5EE2-41DD-8B6A-B24360A4F900}">
      <dsp:nvSpPr>
        <dsp:cNvPr id="0" name=""/>
        <dsp:cNvSpPr/>
      </dsp:nvSpPr>
      <dsp:spPr>
        <a:xfrm rot="5400000">
          <a:off x="2559896" y="-1015680"/>
          <a:ext cx="481390" cy="263585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Failures are introduced progressively:</a:t>
          </a:r>
        </a:p>
      </dsp:txBody>
      <dsp:txXfrm rot="-5400000">
        <a:off x="1482666" y="85050"/>
        <a:ext cx="2612350" cy="434390"/>
      </dsp:txXfrm>
    </dsp:sp>
    <dsp:sp modelId="{FC128CC1-D709-4923-82D7-5962BAA22BF2}">
      <dsp:nvSpPr>
        <dsp:cNvPr id="0" name=""/>
        <dsp:cNvSpPr/>
      </dsp:nvSpPr>
      <dsp:spPr>
        <a:xfrm>
          <a:off x="0" y="1376"/>
          <a:ext cx="1482666" cy="6017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Vertical Expansion (Failure Depth)</a:t>
          </a:r>
          <a:endParaRPr lang="en-US" sz="1200" kern="1200" dirty="0"/>
        </a:p>
      </dsp:txBody>
      <dsp:txXfrm>
        <a:off x="29374" y="30750"/>
        <a:ext cx="1423918" cy="542989"/>
      </dsp:txXfrm>
    </dsp:sp>
    <dsp:sp modelId="{8A6B15D9-B9F6-4AC2-971E-82F49D1FCD1D}">
      <dsp:nvSpPr>
        <dsp:cNvPr id="0" name=""/>
        <dsp:cNvSpPr/>
      </dsp:nvSpPr>
      <dsp:spPr>
        <a:xfrm rot="5400000">
          <a:off x="2559896" y="-383855"/>
          <a:ext cx="481390" cy="263585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Demand drift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Signal delays</a:t>
          </a:r>
        </a:p>
      </dsp:txBody>
      <dsp:txXfrm rot="-5400000">
        <a:off x="1482666" y="716875"/>
        <a:ext cx="2612350" cy="434390"/>
      </dsp:txXfrm>
    </dsp:sp>
    <dsp:sp modelId="{A56925C5-2CAC-4B1D-AC57-F408746BE7B8}">
      <dsp:nvSpPr>
        <dsp:cNvPr id="0" name=""/>
        <dsp:cNvSpPr/>
      </dsp:nvSpPr>
      <dsp:spPr>
        <a:xfrm>
          <a:off x="0" y="633200"/>
          <a:ext cx="1482666" cy="6017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Classical failures:</a:t>
          </a:r>
        </a:p>
      </dsp:txBody>
      <dsp:txXfrm>
        <a:off x="29374" y="662574"/>
        <a:ext cx="1423918" cy="542989"/>
      </dsp:txXfrm>
    </dsp:sp>
    <dsp:sp modelId="{BC5A7B9F-B7F3-4697-9BE7-C9DA18CAC9F7}">
      <dsp:nvSpPr>
        <dsp:cNvPr id="0" name=""/>
        <dsp:cNvSpPr/>
      </dsp:nvSpPr>
      <dsp:spPr>
        <a:xfrm rot="5400000">
          <a:off x="2559896" y="247969"/>
          <a:ext cx="481390" cy="263585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Coupled departments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Regime shifts across store clusters</a:t>
          </a:r>
        </a:p>
      </dsp:txBody>
      <dsp:txXfrm rot="-5400000">
        <a:off x="1482666" y="1348699"/>
        <a:ext cx="2612350" cy="434390"/>
      </dsp:txXfrm>
    </dsp:sp>
    <dsp:sp modelId="{F3C7C957-EA1D-408D-A505-22844692B0C5}">
      <dsp:nvSpPr>
        <dsp:cNvPr id="0" name=""/>
        <dsp:cNvSpPr/>
      </dsp:nvSpPr>
      <dsp:spPr>
        <a:xfrm>
          <a:off x="0" y="1265025"/>
          <a:ext cx="1482666" cy="6017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Structural failures:</a:t>
          </a:r>
        </a:p>
      </dsp:txBody>
      <dsp:txXfrm>
        <a:off x="29374" y="1294399"/>
        <a:ext cx="1423918" cy="542989"/>
      </dsp:txXfrm>
    </dsp:sp>
    <dsp:sp modelId="{5077208F-10E2-43DD-83BD-39F54E8DD31C}">
      <dsp:nvSpPr>
        <dsp:cNvPr id="0" name=""/>
        <dsp:cNvSpPr/>
      </dsp:nvSpPr>
      <dsp:spPr>
        <a:xfrm rot="5400000">
          <a:off x="2559896" y="879793"/>
          <a:ext cx="481390" cy="263585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Bias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Feedback amplification</a:t>
          </a:r>
        </a:p>
      </dsp:txBody>
      <dsp:txXfrm rot="-5400000">
        <a:off x="1482666" y="1980523"/>
        <a:ext cx="2612350" cy="434390"/>
      </dsp:txXfrm>
    </dsp:sp>
    <dsp:sp modelId="{C15E8001-9648-4C20-B45A-F69FFF0C627B}">
      <dsp:nvSpPr>
        <dsp:cNvPr id="0" name=""/>
        <dsp:cNvSpPr/>
      </dsp:nvSpPr>
      <dsp:spPr>
        <a:xfrm>
          <a:off x="0" y="1896850"/>
          <a:ext cx="1482666" cy="6017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Behavioral failures:</a:t>
          </a:r>
        </a:p>
      </dsp:txBody>
      <dsp:txXfrm>
        <a:off x="29374" y="1926224"/>
        <a:ext cx="1423918" cy="542989"/>
      </dsp:txXfrm>
    </dsp:sp>
    <dsp:sp modelId="{6E6E2620-A107-48C5-B93A-2D5A8723B1A6}">
      <dsp:nvSpPr>
        <dsp:cNvPr id="0" name=""/>
        <dsp:cNvSpPr/>
      </dsp:nvSpPr>
      <dsp:spPr>
        <a:xfrm rot="5400000">
          <a:off x="2559896" y="1511618"/>
          <a:ext cx="481390" cy="263585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Study </a:t>
          </a:r>
          <a:r>
            <a:rPr lang="en-US" sz="1100" i="1" kern="1200" dirty="0"/>
            <a:t>how degradation accumulates</a:t>
          </a:r>
          <a:r>
            <a:rPr lang="en-US" sz="1100" kern="1200" dirty="0"/>
            <a:t>, not how </a:t>
          </a:r>
          <a:r>
            <a:rPr lang="en-US" sz="1100" kern="1200"/>
            <a:t>systems crash</a:t>
          </a:r>
          <a:endParaRPr lang="en-US" sz="1100" kern="1200" dirty="0"/>
        </a:p>
      </dsp:txBody>
      <dsp:txXfrm rot="-5400000">
        <a:off x="1482666" y="2612348"/>
        <a:ext cx="2612350" cy="434390"/>
      </dsp:txXfrm>
    </dsp:sp>
    <dsp:sp modelId="{1440B33D-C15C-4F35-89F2-EEA480B3B9CC}">
      <dsp:nvSpPr>
        <dsp:cNvPr id="0" name=""/>
        <dsp:cNvSpPr/>
      </dsp:nvSpPr>
      <dsp:spPr>
        <a:xfrm>
          <a:off x="0" y="2528674"/>
          <a:ext cx="1482666" cy="6017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Purpose:</a:t>
          </a:r>
        </a:p>
      </dsp:txBody>
      <dsp:txXfrm>
        <a:off x="29374" y="2558048"/>
        <a:ext cx="1423918" cy="542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DC2CB-FAA4-4CCE-B2E7-23FE061F0EB3}">
      <dsp:nvSpPr>
        <dsp:cNvPr id="0" name=""/>
        <dsp:cNvSpPr/>
      </dsp:nvSpPr>
      <dsp:spPr>
        <a:xfrm rot="5400000">
          <a:off x="1901847" y="-653889"/>
          <a:ext cx="614567" cy="2079182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To avoid single-case conclusions, analysis expands across:</a:t>
          </a:r>
        </a:p>
      </dsp:txBody>
      <dsp:txXfrm rot="-5400000">
        <a:off x="1169540" y="108419"/>
        <a:ext cx="2049181" cy="554565"/>
      </dsp:txXfrm>
    </dsp:sp>
    <dsp:sp modelId="{4BA06945-AE9B-4E8F-A5A2-F9636139A3FC}">
      <dsp:nvSpPr>
        <dsp:cNvPr id="0" name=""/>
        <dsp:cNvSpPr/>
      </dsp:nvSpPr>
      <dsp:spPr>
        <a:xfrm>
          <a:off x="0" y="1597"/>
          <a:ext cx="1169539" cy="7682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Horizontal Expansion (Generalization)</a:t>
          </a:r>
          <a:endParaRPr lang="en-US" sz="1000" kern="1200" dirty="0"/>
        </a:p>
      </dsp:txBody>
      <dsp:txXfrm>
        <a:off x="37501" y="39098"/>
        <a:ext cx="1094537" cy="693206"/>
      </dsp:txXfrm>
    </dsp:sp>
    <dsp:sp modelId="{2CBF81A0-77A1-4FFE-9D50-110500274A05}">
      <dsp:nvSpPr>
        <dsp:cNvPr id="0" name=""/>
        <dsp:cNvSpPr/>
      </dsp:nvSpPr>
      <dsp:spPr>
        <a:xfrm rot="5400000">
          <a:off x="1901847" y="152729"/>
          <a:ext cx="614567" cy="2079182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Quantity-based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Priority-aware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Scarcity-aware</a:t>
          </a:r>
        </a:p>
      </dsp:txBody>
      <dsp:txXfrm rot="-5400000">
        <a:off x="1169540" y="915038"/>
        <a:ext cx="2049181" cy="554565"/>
      </dsp:txXfrm>
    </dsp:sp>
    <dsp:sp modelId="{90414B3B-C285-440B-A2A9-7A991340BEB2}">
      <dsp:nvSpPr>
        <dsp:cNvPr id="0" name=""/>
        <dsp:cNvSpPr/>
      </dsp:nvSpPr>
      <dsp:spPr>
        <a:xfrm>
          <a:off x="0" y="808216"/>
          <a:ext cx="1169539" cy="7682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/>
            <a:t>Decision variants</a:t>
          </a:r>
          <a:endParaRPr lang="en-US" sz="1000" kern="1200"/>
        </a:p>
      </dsp:txBody>
      <dsp:txXfrm>
        <a:off x="37501" y="845717"/>
        <a:ext cx="1094537" cy="693206"/>
      </dsp:txXfrm>
    </dsp:sp>
    <dsp:sp modelId="{D35D9503-EFB4-4A71-8F10-35F75A745D19}">
      <dsp:nvSpPr>
        <dsp:cNvPr id="0" name=""/>
        <dsp:cNvSpPr/>
      </dsp:nvSpPr>
      <dsp:spPr>
        <a:xfrm rot="5400000">
          <a:off x="1901847" y="959349"/>
          <a:ext cx="614567" cy="2079182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Full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Partial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Myopic</a:t>
          </a:r>
        </a:p>
      </dsp:txBody>
      <dsp:txXfrm rot="-5400000">
        <a:off x="1169540" y="1721658"/>
        <a:ext cx="2049181" cy="554565"/>
      </dsp:txXfrm>
    </dsp:sp>
    <dsp:sp modelId="{6740BB6C-7637-4DBF-BD81-A169B26F29B2}">
      <dsp:nvSpPr>
        <dsp:cNvPr id="0" name=""/>
        <dsp:cNvSpPr/>
      </dsp:nvSpPr>
      <dsp:spPr>
        <a:xfrm>
          <a:off x="0" y="1614835"/>
          <a:ext cx="1169539" cy="7682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/>
            <a:t>Observation regimes</a:t>
          </a:r>
          <a:endParaRPr lang="en-US" sz="1000" kern="1200"/>
        </a:p>
      </dsp:txBody>
      <dsp:txXfrm>
        <a:off x="37501" y="1652336"/>
        <a:ext cx="1094537" cy="693206"/>
      </dsp:txXfrm>
    </dsp:sp>
    <dsp:sp modelId="{A8DFC5FC-2DD9-408E-BFA5-E546E27F3465}">
      <dsp:nvSpPr>
        <dsp:cNvPr id="0" name=""/>
        <dsp:cNvSpPr/>
      </dsp:nvSpPr>
      <dsp:spPr>
        <a:xfrm rot="5400000">
          <a:off x="1901847" y="1765968"/>
          <a:ext cx="614567" cy="2079182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Operational performance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Stability &amp; volatility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Risk &amp; tail exposure</a:t>
          </a:r>
        </a:p>
      </dsp:txBody>
      <dsp:txXfrm rot="-5400000">
        <a:off x="1169540" y="2528277"/>
        <a:ext cx="2049181" cy="554565"/>
      </dsp:txXfrm>
    </dsp:sp>
    <dsp:sp modelId="{F87DCB54-A787-4CF4-9186-004A0B275DFF}">
      <dsp:nvSpPr>
        <dsp:cNvPr id="0" name=""/>
        <dsp:cNvSpPr/>
      </dsp:nvSpPr>
      <dsp:spPr>
        <a:xfrm>
          <a:off x="0" y="2421454"/>
          <a:ext cx="1169539" cy="7682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/>
            <a:t>Evaluation perspectives</a:t>
          </a:r>
          <a:endParaRPr lang="en-US" sz="1000" kern="1200"/>
        </a:p>
      </dsp:txBody>
      <dsp:txXfrm>
        <a:off x="37501" y="2458955"/>
        <a:ext cx="1094537" cy="693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5779F-EB73-4E11-B007-A34D3087143A}">
      <dsp:nvSpPr>
        <dsp:cNvPr id="0" name=""/>
        <dsp:cNvSpPr/>
      </dsp:nvSpPr>
      <dsp:spPr>
        <a:xfrm>
          <a:off x="0" y="2767123"/>
          <a:ext cx="2951353" cy="3631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These observations validate the </a:t>
          </a:r>
          <a:r>
            <a:rPr lang="en-US" sz="700" b="1" kern="1200"/>
            <a:t>existence of silent degradation conditions</a:t>
          </a:r>
          <a:r>
            <a:rPr lang="en-US" sz="700" kern="1200"/>
            <a:t>.</a:t>
          </a:r>
        </a:p>
      </dsp:txBody>
      <dsp:txXfrm>
        <a:off x="0" y="2767123"/>
        <a:ext cx="2951353" cy="363183"/>
      </dsp:txXfrm>
    </dsp:sp>
    <dsp:sp modelId="{6C68B985-7AE9-43F1-8844-7841F0458300}">
      <dsp:nvSpPr>
        <dsp:cNvPr id="0" name=""/>
        <dsp:cNvSpPr/>
      </dsp:nvSpPr>
      <dsp:spPr>
        <a:xfrm rot="10800000">
          <a:off x="0" y="2213994"/>
          <a:ext cx="2951353" cy="55857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/>
            <a:t>Structural coupling suggests:</a:t>
          </a:r>
        </a:p>
      </dsp:txBody>
      <dsp:txXfrm rot="-10800000">
        <a:off x="0" y="2213994"/>
        <a:ext cx="2951353" cy="196060"/>
      </dsp:txXfrm>
    </dsp:sp>
    <dsp:sp modelId="{C7F298FE-EA18-49A0-9B52-CFC47D30AFDD}">
      <dsp:nvSpPr>
        <dsp:cNvPr id="0" name=""/>
        <dsp:cNvSpPr/>
      </dsp:nvSpPr>
      <dsp:spPr>
        <a:xfrm>
          <a:off x="0" y="2410055"/>
          <a:ext cx="2951353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Local failures can propagate system-wide</a:t>
          </a:r>
        </a:p>
      </dsp:txBody>
      <dsp:txXfrm>
        <a:off x="0" y="2410055"/>
        <a:ext cx="2951353" cy="167014"/>
      </dsp:txXfrm>
    </dsp:sp>
    <dsp:sp modelId="{680218EA-EE8D-4B73-9959-E45088E9C468}">
      <dsp:nvSpPr>
        <dsp:cNvPr id="0" name=""/>
        <dsp:cNvSpPr/>
      </dsp:nvSpPr>
      <dsp:spPr>
        <a:xfrm rot="10800000">
          <a:off x="0" y="1660866"/>
          <a:ext cx="2951353" cy="55857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/>
            <a:t>Aggregate metrics:</a:t>
          </a:r>
        </a:p>
      </dsp:txBody>
      <dsp:txXfrm rot="-10800000">
        <a:off x="0" y="1660866"/>
        <a:ext cx="2951353" cy="196060"/>
      </dsp:txXfrm>
    </dsp:sp>
    <dsp:sp modelId="{FBD287F7-5B46-44C1-B072-7895BFFCA1DD}">
      <dsp:nvSpPr>
        <dsp:cNvPr id="0" name=""/>
        <dsp:cNvSpPr/>
      </dsp:nvSpPr>
      <dsp:spPr>
        <a:xfrm>
          <a:off x="0" y="1856926"/>
          <a:ext cx="2951353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Mask early degradation</a:t>
          </a:r>
        </a:p>
      </dsp:txBody>
      <dsp:txXfrm>
        <a:off x="0" y="1856926"/>
        <a:ext cx="2951353" cy="167014"/>
      </dsp:txXfrm>
    </dsp:sp>
    <dsp:sp modelId="{ECE28CE4-AFD8-4310-91F7-3F9782F4626C}">
      <dsp:nvSpPr>
        <dsp:cNvPr id="0" name=""/>
        <dsp:cNvSpPr/>
      </dsp:nvSpPr>
      <dsp:spPr>
        <a:xfrm rot="10800000">
          <a:off x="0" y="1107738"/>
          <a:ext cx="2951353" cy="55857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/>
            <a:t>Baseline system:</a:t>
          </a:r>
        </a:p>
      </dsp:txBody>
      <dsp:txXfrm rot="-10800000">
        <a:off x="0" y="1107738"/>
        <a:ext cx="2951353" cy="196060"/>
      </dsp:txXfrm>
    </dsp:sp>
    <dsp:sp modelId="{B3475BFD-202B-45B6-B48D-9063F7F6DADC}">
      <dsp:nvSpPr>
        <dsp:cNvPr id="0" name=""/>
        <dsp:cNvSpPr/>
      </dsp:nvSpPr>
      <dsp:spPr>
        <a:xfrm>
          <a:off x="0" y="1303798"/>
          <a:ext cx="1475676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Achieves high average service level</a:t>
          </a:r>
        </a:p>
      </dsp:txBody>
      <dsp:txXfrm>
        <a:off x="0" y="1303798"/>
        <a:ext cx="1475676" cy="167014"/>
      </dsp:txXfrm>
    </dsp:sp>
    <dsp:sp modelId="{CFD700FE-C2EC-431A-9574-603DB4C6273B}">
      <dsp:nvSpPr>
        <dsp:cNvPr id="0" name=""/>
        <dsp:cNvSpPr/>
      </dsp:nvSpPr>
      <dsp:spPr>
        <a:xfrm>
          <a:off x="1475676" y="1303798"/>
          <a:ext cx="1475676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Still exhibits high unmet demand and overstock</a:t>
          </a:r>
        </a:p>
      </dsp:txBody>
      <dsp:txXfrm>
        <a:off x="1475676" y="1303798"/>
        <a:ext cx="1475676" cy="167014"/>
      </dsp:txXfrm>
    </dsp:sp>
    <dsp:sp modelId="{0C134921-7833-4BE4-B0B8-F08B066A6781}">
      <dsp:nvSpPr>
        <dsp:cNvPr id="0" name=""/>
        <dsp:cNvSpPr/>
      </dsp:nvSpPr>
      <dsp:spPr>
        <a:xfrm rot="10800000">
          <a:off x="0" y="554609"/>
          <a:ext cx="2951353" cy="55857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700" kern="1200"/>
            <a:t>Demand shows strong:</a:t>
          </a:r>
        </a:p>
      </dsp:txBody>
      <dsp:txXfrm rot="-10800000">
        <a:off x="0" y="554609"/>
        <a:ext cx="2951353" cy="196060"/>
      </dsp:txXfrm>
    </dsp:sp>
    <dsp:sp modelId="{7E710106-490C-4CFC-8290-054648B649EF}">
      <dsp:nvSpPr>
        <dsp:cNvPr id="0" name=""/>
        <dsp:cNvSpPr/>
      </dsp:nvSpPr>
      <dsp:spPr>
        <a:xfrm>
          <a:off x="0" y="750669"/>
          <a:ext cx="1475676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Seasonality</a:t>
          </a:r>
        </a:p>
      </dsp:txBody>
      <dsp:txXfrm>
        <a:off x="0" y="750669"/>
        <a:ext cx="1475676" cy="167014"/>
      </dsp:txXfrm>
    </dsp:sp>
    <dsp:sp modelId="{41D25070-4819-43C8-A9E3-24FBA6D924E3}">
      <dsp:nvSpPr>
        <dsp:cNvPr id="0" name=""/>
        <dsp:cNvSpPr/>
      </dsp:nvSpPr>
      <dsp:spPr>
        <a:xfrm>
          <a:off x="1475676" y="750669"/>
          <a:ext cx="1475676" cy="16701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500" kern="1200"/>
            <a:t>Store-level heterogeneity</a:t>
          </a:r>
        </a:p>
      </dsp:txBody>
      <dsp:txXfrm>
        <a:off x="1475676" y="750669"/>
        <a:ext cx="1475676" cy="167014"/>
      </dsp:txXfrm>
    </dsp:sp>
    <dsp:sp modelId="{36952977-D460-44AE-B72A-186C6B251CF6}">
      <dsp:nvSpPr>
        <dsp:cNvPr id="0" name=""/>
        <dsp:cNvSpPr/>
      </dsp:nvSpPr>
      <dsp:spPr>
        <a:xfrm rot="10800000">
          <a:off x="0" y="1481"/>
          <a:ext cx="2951353" cy="55857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Preliminary Observations</a:t>
          </a:r>
          <a:endParaRPr lang="en-US" sz="700" kern="1200" dirty="0"/>
        </a:p>
      </dsp:txBody>
      <dsp:txXfrm rot="10800000">
        <a:off x="0" y="1481"/>
        <a:ext cx="2951353" cy="3629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819F2-E055-4138-9FB7-6111F3D82E4A}">
      <dsp:nvSpPr>
        <dsp:cNvPr id="0" name=""/>
        <dsp:cNvSpPr/>
      </dsp:nvSpPr>
      <dsp:spPr>
        <a:xfrm>
          <a:off x="3304247" y="417306"/>
          <a:ext cx="988888" cy="98893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8051D-4299-426A-B6E1-45BA7DECCEDC}">
      <dsp:nvSpPr>
        <dsp:cNvPr id="0" name=""/>
        <dsp:cNvSpPr/>
      </dsp:nvSpPr>
      <dsp:spPr>
        <a:xfrm>
          <a:off x="3337323" y="450277"/>
          <a:ext cx="923160" cy="922998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May: Final consolidation &amp; thesis submission</a:t>
          </a:r>
        </a:p>
      </dsp:txBody>
      <dsp:txXfrm>
        <a:off x="3469203" y="582158"/>
        <a:ext cx="659400" cy="659234"/>
      </dsp:txXfrm>
    </dsp:sp>
    <dsp:sp modelId="{9788C831-9B92-4085-AD01-20553E8E177C}">
      <dsp:nvSpPr>
        <dsp:cNvPr id="0" name=""/>
        <dsp:cNvSpPr/>
      </dsp:nvSpPr>
      <dsp:spPr>
        <a:xfrm rot="2700000">
          <a:off x="2278034" y="417237"/>
          <a:ext cx="988904" cy="988904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0B90B-D180-43EC-904A-E8D344E2BED0}">
      <dsp:nvSpPr>
        <dsp:cNvPr id="0" name=""/>
        <dsp:cNvSpPr/>
      </dsp:nvSpPr>
      <dsp:spPr>
        <a:xfrm>
          <a:off x="2315358" y="450277"/>
          <a:ext cx="923160" cy="922998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Apr: Recovery mechanisms</a:t>
          </a:r>
        </a:p>
      </dsp:txBody>
      <dsp:txXfrm>
        <a:off x="2447239" y="582158"/>
        <a:ext cx="659400" cy="659234"/>
      </dsp:txXfrm>
    </dsp:sp>
    <dsp:sp modelId="{C54A4386-324D-480A-A593-A480B53083E5}">
      <dsp:nvSpPr>
        <dsp:cNvPr id="0" name=""/>
        <dsp:cNvSpPr/>
      </dsp:nvSpPr>
      <dsp:spPr>
        <a:xfrm rot="2700000">
          <a:off x="1260310" y="417237"/>
          <a:ext cx="988904" cy="988904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CB9CF-8ACC-4CCD-9EA1-C50939F6D12F}">
      <dsp:nvSpPr>
        <dsp:cNvPr id="0" name=""/>
        <dsp:cNvSpPr/>
      </dsp:nvSpPr>
      <dsp:spPr>
        <a:xfrm>
          <a:off x="1293394" y="450277"/>
          <a:ext cx="923160" cy="922998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Mar–Apr: Detection signal design</a:t>
          </a:r>
        </a:p>
      </dsp:txBody>
      <dsp:txXfrm>
        <a:off x="1425274" y="582158"/>
        <a:ext cx="659400" cy="659234"/>
      </dsp:txXfrm>
    </dsp:sp>
    <dsp:sp modelId="{6239A377-F40B-4384-9686-9E0A5FB003A0}">
      <dsp:nvSpPr>
        <dsp:cNvPr id="0" name=""/>
        <dsp:cNvSpPr/>
      </dsp:nvSpPr>
      <dsp:spPr>
        <a:xfrm rot="2700000">
          <a:off x="238346" y="417237"/>
          <a:ext cx="988904" cy="988904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EDA28-5318-4693-970F-6A654D93AEBB}">
      <dsp:nvSpPr>
        <dsp:cNvPr id="0" name=""/>
        <dsp:cNvSpPr/>
      </dsp:nvSpPr>
      <dsp:spPr>
        <a:xfrm>
          <a:off x="271430" y="450277"/>
          <a:ext cx="923160" cy="922998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Feb–Mar: Failure injection &amp; analysis</a:t>
          </a:r>
        </a:p>
      </dsp:txBody>
      <dsp:txXfrm>
        <a:off x="403310" y="582158"/>
        <a:ext cx="659400" cy="659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7" name="Google Shape;37;p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" name="Google Shape;40;p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" name="Google Shape;42;p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3" name="Google Shape;43;p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" name="Google Shape;46;p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720000" y="1405325"/>
            <a:ext cx="7704000" cy="2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8" name="Google Shape;58;p4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59" name="Google Shape;59;p4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60" name="Google Shape;60;p4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4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4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3" name="Google Shape;63;p4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64" name="Google Shape;64;p4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" name="Google Shape;65;p4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66" name="Google Shape;66;p4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4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4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9" name="Google Shape;69;p4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" name="Google Shape;71;p4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72" name="Google Shape;72;p4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4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4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3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4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86" name="Google Shape;86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9" name="Google Shape;89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92" name="Google Shape;92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5" name="Google Shape;95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96" name="Google Shape;96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98" name="Google Shape;98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 rot="307">
            <a:off x="5283442" y="4561357"/>
            <a:ext cx="3362100" cy="21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7" name="Google Shape;107;p6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08" name="Google Shape;108;p6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09" name="Google Shape;109;p6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6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6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2" name="Google Shape;112;p6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13" name="Google Shape;113;p6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" name="Google Shape;114;p6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15" name="Google Shape;115;p6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6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8" name="Google Shape;118;p6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0" name="Google Shape;120;p6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21" name="Google Shape;121;p6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6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6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6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6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5" name="Google Shape;155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56" name="Google Shape;156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57" name="Google Shape;157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" name="Google Shape;160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61" name="Google Shape;161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2" name="Google Shape;162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6" name="Google Shape;166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67" name="Google Shape;167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8" name="Google Shape;168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0" name="Google Shape;180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1" name="Google Shape;181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87" name="Google Shape;187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" name="Google Shape;190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3" name="Google Shape;193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56" name="Google Shape;456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0" name="Google Shape;460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2" name="Google Shape;462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63" name="Google Shape;463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6" name="Google Shape;466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67" name="Google Shape;467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8" name="Google Shape;468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69" name="Google Shape;469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2"/>
          <p:cNvSpPr/>
          <p:nvPr/>
        </p:nvSpPr>
        <p:spPr>
          <a:xfrm rot="-3396324">
            <a:off x="6499386" y="2974595"/>
            <a:ext cx="4291772" cy="2699372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" name="Google Shape;477;p2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78" name="Google Shape;478;p2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79" name="Google Shape;479;p2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2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2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2" name="Google Shape;482;p2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4" name="Google Shape;484;p2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85" name="Google Shape;485;p2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2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8" name="Google Shape;488;p2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89" name="Google Shape;489;p2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0" name="Google Shape;490;p2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1" name="Google Shape;491;p2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2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2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2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2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  <p:sldLayoutId id="2147483667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6F3B-9B5A-91E9-F6E3-19E438E8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2" y="2585350"/>
            <a:ext cx="5712718" cy="841800"/>
          </a:xfrm>
        </p:spPr>
        <p:txBody>
          <a:bodyPr/>
          <a:lstStyle/>
          <a:p>
            <a:r>
              <a:rPr lang="en-US" sz="2000" dirty="0"/>
              <a:t>A Preliminary Project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F12F5-E25A-4985-FD07-AC04E73E02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94732" y="1716350"/>
            <a:ext cx="7129346" cy="841800"/>
          </a:xfrm>
        </p:spPr>
        <p:txBody>
          <a:bodyPr/>
          <a:lstStyle/>
          <a:p>
            <a:r>
              <a:rPr lang="en-US" sz="2800" dirty="0"/>
              <a:t>Detection and Analysis of Silent Decision Degradation in AI-Assisted Inventory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AB63-D818-5639-7DE7-9119DD5ED2C4}"/>
              </a:ext>
            </a:extLst>
          </p:cNvPr>
          <p:cNvSpPr txBox="1"/>
          <p:nvPr/>
        </p:nvSpPr>
        <p:spPr>
          <a:xfrm>
            <a:off x="5322849" y="3152078"/>
            <a:ext cx="27975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nybody" panose="020B0604020202020204" charset="0"/>
              </a:rPr>
              <a:t>Presented By:</a:t>
            </a:r>
          </a:p>
          <a:p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N Naga </a:t>
            </a:r>
            <a:r>
              <a:rPr lang="en-US" b="1" dirty="0" err="1">
                <a:solidFill>
                  <a:schemeClr val="tx1"/>
                </a:solidFill>
                <a:latin typeface="Anybody" panose="020B0604020202020204" charset="0"/>
              </a:rPr>
              <a:t>Neelesh</a:t>
            </a:r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(114122064)</a:t>
            </a:r>
          </a:p>
          <a:p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Shreshtha Rai(114122097)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81D5C-82A8-A5E2-DDD8-3E283162FD62}"/>
              </a:ext>
            </a:extLst>
          </p:cNvPr>
          <p:cNvSpPr txBox="1"/>
          <p:nvPr/>
        </p:nvSpPr>
        <p:spPr>
          <a:xfrm>
            <a:off x="594732" y="3218986"/>
            <a:ext cx="31454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nybody" panose="020B0604020202020204" charset="0"/>
              </a:rPr>
              <a:t>Under the guidance of:</a:t>
            </a:r>
            <a:br>
              <a:rPr lang="en-US" dirty="0">
                <a:latin typeface="Anybody" panose="020B0604020202020204" charset="0"/>
              </a:rPr>
            </a:br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Dr R Mohan 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Assistant Professor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Department of Computer Science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NIT Tiruchirappalli</a:t>
            </a:r>
            <a:endParaRPr lang="en-US" b="1" dirty="0">
              <a:solidFill>
                <a:schemeClr val="tx2"/>
              </a:solidFill>
              <a:latin typeface="Anybod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4F4848-96D3-1524-B8D0-5CC18BF2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Project Overview &amp; Motivation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742295-700A-E47E-CEFE-65A5FA28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029" y="1334825"/>
            <a:ext cx="4372391" cy="2579377"/>
          </a:xfrm>
        </p:spPr>
        <p:txBody>
          <a:bodyPr/>
          <a:lstStyle/>
          <a:p>
            <a:r>
              <a:rPr lang="en-US" b="1" dirty="0"/>
              <a:t>Motivation</a:t>
            </a:r>
          </a:p>
          <a:p>
            <a:pPr lvl="1"/>
            <a:r>
              <a:rPr lang="en-US" dirty="0"/>
              <a:t>AI-based decision systems are widely used in inventory, logistics, and operations</a:t>
            </a:r>
          </a:p>
          <a:p>
            <a:pPr lvl="1"/>
            <a:r>
              <a:rPr lang="en-US" dirty="0"/>
              <a:t>Evaluation is usually based on: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Cost</a:t>
            </a:r>
          </a:p>
          <a:p>
            <a:pPr lvl="2"/>
            <a:r>
              <a:rPr lang="en-US" dirty="0"/>
              <a:t>Average service level</a:t>
            </a:r>
          </a:p>
          <a:p>
            <a:pPr lvl="1"/>
            <a:r>
              <a:rPr lang="en-US" dirty="0"/>
              <a:t>These metrics assume:</a:t>
            </a:r>
          </a:p>
          <a:p>
            <a:pPr lvl="2"/>
            <a:r>
              <a:rPr lang="en-US" dirty="0"/>
              <a:t>Stable environments</a:t>
            </a:r>
          </a:p>
          <a:p>
            <a:pPr lvl="2"/>
            <a:r>
              <a:rPr lang="en-US" dirty="0"/>
              <a:t>Immediate failure visibility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5A665-C956-4CEA-83B0-58002A086282}"/>
              </a:ext>
            </a:extLst>
          </p:cNvPr>
          <p:cNvSpPr txBox="1"/>
          <p:nvPr/>
        </p:nvSpPr>
        <p:spPr>
          <a:xfrm>
            <a:off x="5687122" y="1471961"/>
            <a:ext cx="473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11733-7710-71AF-35A9-8E43A3396555}"/>
              </a:ext>
            </a:extLst>
          </p:cNvPr>
          <p:cNvSpPr txBox="1"/>
          <p:nvPr/>
        </p:nvSpPr>
        <p:spPr>
          <a:xfrm>
            <a:off x="4376628" y="1458625"/>
            <a:ext cx="4389343" cy="2226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F2FF4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Core Concern</a:t>
            </a:r>
          </a:p>
          <a:p>
            <a:pPr marL="914400" marR="0" lvl="1" indent="-3048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In real operational settings: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Demand evolves gradually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Signals are delayed or incomplete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Structural dependencies exist</a:t>
            </a:r>
          </a:p>
          <a:p>
            <a:pPr marL="914400" marR="0" lvl="1" indent="-3048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Under such conditions: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Systems may continue to operate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Decisions appear plausible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Decision quality degrades silently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nybody"/>
              <a:sym typeface="Anybody"/>
            </a:endParaRP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D2767-A913-6480-B84E-EF8881A61FE9}"/>
              </a:ext>
            </a:extLst>
          </p:cNvPr>
          <p:cNvSpPr txBox="1"/>
          <p:nvPr/>
        </p:nvSpPr>
        <p:spPr>
          <a:xfrm>
            <a:off x="1520283" y="3952640"/>
            <a:ext cx="64602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 dirty="0">
                <a:solidFill>
                  <a:schemeClr val="tx2"/>
                </a:solidFill>
                <a:latin typeface="Anybody" panose="020B0604020202020204" charset="0"/>
                <a:cs typeface="Angsana New" panose="02020603050405020304" pitchFamily="18" charset="-34"/>
              </a:rPr>
              <a:t>Key Question</a:t>
            </a:r>
          </a:p>
          <a:p>
            <a:r>
              <a:rPr lang="en-US" sz="1050" i="1" dirty="0">
                <a:solidFill>
                  <a:schemeClr val="tx1"/>
                </a:solidFill>
                <a:latin typeface="Anybody" panose="020B0604020202020204" charset="0"/>
                <a:cs typeface="Angsana New" panose="02020603050405020304" pitchFamily="18" charset="-34"/>
              </a:rPr>
              <a:t>How can we identify and analyze gradual, silent degradation in AI-assisted decision systems before overt failure occurs?</a:t>
            </a:r>
          </a:p>
        </p:txBody>
      </p:sp>
    </p:spTree>
    <p:extLst>
      <p:ext uri="{BB962C8B-B14F-4D97-AF65-F5344CB8AC3E}">
        <p14:creationId xmlns:p14="http://schemas.microsoft.com/office/powerpoint/2010/main" val="275895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648BEA-19F2-2261-4E77-84A683CCE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05324"/>
            <a:ext cx="5160410" cy="3174109"/>
          </a:xfrm>
        </p:spPr>
        <p:txBody>
          <a:bodyPr/>
          <a:lstStyle/>
          <a:p>
            <a:r>
              <a:rPr lang="en-US" b="1" dirty="0"/>
              <a:t>Problem Statement</a:t>
            </a:r>
          </a:p>
          <a:p>
            <a:pPr lvl="1"/>
            <a:r>
              <a:rPr lang="en-US" dirty="0"/>
              <a:t>Existing research focuses on:</a:t>
            </a:r>
          </a:p>
          <a:p>
            <a:pPr lvl="2"/>
            <a:r>
              <a:rPr lang="en-US" dirty="0"/>
              <a:t>Prediction accuracy degradation</a:t>
            </a:r>
          </a:p>
          <a:p>
            <a:pPr lvl="2"/>
            <a:r>
              <a:rPr lang="en-US" dirty="0"/>
              <a:t>Cost or service-level optimization</a:t>
            </a:r>
          </a:p>
          <a:p>
            <a:pPr lvl="1"/>
            <a:r>
              <a:rPr lang="en-US" dirty="0"/>
              <a:t>There is limited focus on:</a:t>
            </a:r>
          </a:p>
          <a:p>
            <a:pPr lvl="2"/>
            <a:r>
              <a:rPr lang="en-US" b="1" dirty="0"/>
              <a:t>Decision behavior over time</a:t>
            </a:r>
            <a:endParaRPr lang="en-US" dirty="0"/>
          </a:p>
          <a:p>
            <a:pPr lvl="2"/>
            <a:r>
              <a:rPr lang="en-US" b="1" dirty="0"/>
              <a:t>Gradual degradation without metric collapse</a:t>
            </a:r>
            <a:endParaRPr lang="en-US" dirty="0"/>
          </a:p>
          <a:p>
            <a:pPr lvl="1"/>
            <a:r>
              <a:rPr lang="en-US" dirty="0"/>
              <a:t>Silent degradation is dangerous because:</a:t>
            </a:r>
          </a:p>
          <a:p>
            <a:pPr lvl="2"/>
            <a:r>
              <a:rPr lang="en-US" dirty="0"/>
              <a:t>It is hard to detect</a:t>
            </a:r>
          </a:p>
          <a:p>
            <a:pPr lvl="2"/>
            <a:r>
              <a:rPr lang="en-US" dirty="0"/>
              <a:t>It accumulates over time</a:t>
            </a:r>
          </a:p>
          <a:p>
            <a:pPr lvl="2"/>
            <a:r>
              <a:rPr lang="en-US" dirty="0"/>
              <a:t>It leads to delayed operational failure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3B4F0-5E80-E513-6D1C-C4E5EC47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Problem Statement &amp; Objectives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4696EC1-92FC-95BE-6BF2-2D2D0D9902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995471"/>
              </p:ext>
            </p:extLst>
          </p:nvPr>
        </p:nvGraphicFramePr>
        <p:xfrm>
          <a:off x="6378498" y="1481679"/>
          <a:ext cx="1546302" cy="317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45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4D452-64B2-EEFA-6293-38D40094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Methodology (Overall Structure)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9F72C8-ABA8-59FF-F473-8C51FB0F26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818256"/>
              </p:ext>
            </p:extLst>
          </p:nvPr>
        </p:nvGraphicFramePr>
        <p:xfrm>
          <a:off x="1032235" y="1334825"/>
          <a:ext cx="6900000" cy="282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5D110-197F-2586-730A-E2129CC060EF}"/>
              </a:ext>
            </a:extLst>
          </p:cNvPr>
          <p:cNvSpPr txBox="1"/>
          <p:nvPr/>
        </p:nvSpPr>
        <p:spPr>
          <a:xfrm>
            <a:off x="2059258" y="4227485"/>
            <a:ext cx="5025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Inventory is used as a </a:t>
            </a:r>
            <a:r>
              <a:rPr lang="en-US" b="1" i="1" dirty="0">
                <a:solidFill>
                  <a:schemeClr val="tx2"/>
                </a:solidFill>
                <a:latin typeface="Anybody" panose="020B0604020202020204" charset="0"/>
              </a:rPr>
              <a:t>testbed</a:t>
            </a:r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, not the final objective.</a:t>
            </a:r>
          </a:p>
        </p:txBody>
      </p:sp>
    </p:spTree>
    <p:extLst>
      <p:ext uri="{BB962C8B-B14F-4D97-AF65-F5344CB8AC3E}">
        <p14:creationId xmlns:p14="http://schemas.microsoft.com/office/powerpoint/2010/main" val="422600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F327377-2478-1F45-05D8-988A64D3BC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2" y="173335"/>
            <a:ext cx="8986908" cy="478552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03D910-DE1B-F709-65DA-F21A3F59F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60" y="375549"/>
            <a:ext cx="7704000" cy="572700"/>
          </a:xfrm>
        </p:spPr>
        <p:txBody>
          <a:bodyPr/>
          <a:lstStyle/>
          <a:p>
            <a:r>
              <a:rPr lang="en-US" sz="3200" dirty="0">
                <a:solidFill>
                  <a:schemeClr val="tx2"/>
                </a:solidFill>
              </a:rPr>
              <a:t>System Architecture Overview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59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951D-AA3B-6B0C-605D-E70B9D8B5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Failure Design &amp; Research Axes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775AAF-DE7B-D728-2605-D9D81BEBE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835808"/>
              </p:ext>
            </p:extLst>
          </p:nvPr>
        </p:nvGraphicFramePr>
        <p:xfrm>
          <a:off x="639337" y="1471960"/>
          <a:ext cx="4118517" cy="3131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5934AA5-18EA-8DE1-151C-C93CF261D8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758692"/>
              </p:ext>
            </p:extLst>
          </p:nvPr>
        </p:nvGraphicFramePr>
        <p:xfrm>
          <a:off x="4869366" y="1412488"/>
          <a:ext cx="3248722" cy="3191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0871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761F08B-4C41-BD4A-A49C-71E7F207D14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13224" y="1906925"/>
            <a:ext cx="3762131" cy="1614300"/>
          </a:xfrm>
        </p:spPr>
        <p:txBody>
          <a:bodyPr/>
          <a:lstStyle/>
          <a:p>
            <a:pPr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Walmart sales data has been successfully integrated and preprocessed.</a:t>
            </a:r>
          </a:p>
          <a:p>
            <a:pPr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Phase 0: Environment Characterization is complete, including demand heterogeneity and network-based structural analysis.</a:t>
            </a:r>
          </a:p>
          <a:p>
            <a:pPr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Phase 1: Baseline inventory decision system is established, with full metric computation and validation.</a:t>
            </a:r>
          </a:p>
          <a:p>
            <a:pPr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Phase 2: Failure concepts and detailed injection design are initiated.</a:t>
            </a:r>
          </a:p>
          <a:p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603F4DB-1FF3-391B-5203-05E4405749D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en-US" dirty="0"/>
              <a:t>Work Completed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08F13-EFDF-4532-91AF-BFB4969C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2"/>
                </a:solidFill>
              </a:rPr>
              <a:t>Work Completed &amp; Preliminary Observations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E010827-97DE-6463-4CF5-FE7A6685D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434477"/>
              </p:ext>
            </p:extLst>
          </p:nvPr>
        </p:nvGraphicFramePr>
        <p:xfrm>
          <a:off x="4668647" y="1471961"/>
          <a:ext cx="2951353" cy="3131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294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1C35F8-7DC8-3646-BDC7-B5D1018C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215" y="1486500"/>
            <a:ext cx="4498771" cy="2170500"/>
          </a:xfrm>
        </p:spPr>
        <p:txBody>
          <a:bodyPr/>
          <a:lstStyle/>
          <a:p>
            <a:r>
              <a:rPr lang="en-US" b="1" dirty="0"/>
              <a:t>Future Plan</a:t>
            </a:r>
          </a:p>
          <a:p>
            <a:pPr lvl="1"/>
            <a:r>
              <a:rPr lang="en-US" sz="1100" dirty="0"/>
              <a:t>Complete Phase 2:</a:t>
            </a:r>
          </a:p>
          <a:p>
            <a:pPr lvl="2"/>
            <a:r>
              <a:rPr lang="en-US" sz="1100" dirty="0"/>
              <a:t>Execute structural and behavioral failure injections</a:t>
            </a:r>
          </a:p>
          <a:p>
            <a:pPr lvl="1"/>
            <a:r>
              <a:rPr lang="en-US" sz="1100" dirty="0"/>
              <a:t>Phase 3:</a:t>
            </a:r>
          </a:p>
          <a:p>
            <a:pPr lvl="2"/>
            <a:r>
              <a:rPr lang="en-US" sz="1100" dirty="0"/>
              <a:t>Design degradation detection signals</a:t>
            </a:r>
          </a:p>
          <a:p>
            <a:pPr lvl="2"/>
            <a:r>
              <a:rPr lang="en-US" sz="1100" dirty="0"/>
              <a:t>Compare against traditional metrics</a:t>
            </a:r>
          </a:p>
          <a:p>
            <a:pPr lvl="1"/>
            <a:r>
              <a:rPr lang="en-US" sz="1100" dirty="0"/>
              <a:t>Phase 4:</a:t>
            </a:r>
          </a:p>
          <a:p>
            <a:pPr lvl="2"/>
            <a:r>
              <a:rPr lang="en-US" sz="1100" dirty="0"/>
              <a:t>Explore correction and recovery mechanisms</a:t>
            </a:r>
          </a:p>
          <a:p>
            <a:pPr lvl="1"/>
            <a:r>
              <a:rPr lang="en-US" sz="1100" dirty="0"/>
              <a:t>Extend analysis across decision variants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B02ADEA-68EE-B84A-5580-8555D6BC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Future Plan, Timeline &amp; Significance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F98C907-98D7-E7C6-1358-F576B891F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197774"/>
              </p:ext>
            </p:extLst>
          </p:nvPr>
        </p:nvGraphicFramePr>
        <p:xfrm>
          <a:off x="4252331" y="3053103"/>
          <a:ext cx="4326673" cy="1823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CC6BB2-DA4F-A0FC-0E4E-D7932CC39C52}"/>
              </a:ext>
            </a:extLst>
          </p:cNvPr>
          <p:cNvSpPr txBox="1"/>
          <p:nvPr/>
        </p:nvSpPr>
        <p:spPr>
          <a:xfrm>
            <a:off x="4847064" y="1609188"/>
            <a:ext cx="385832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Anybody" panose="020B0604020202020204" charset="0"/>
              </a:rPr>
              <a:t>Significance</a:t>
            </a:r>
          </a:p>
          <a:p>
            <a:pPr marL="285750" lvl="8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Shifts focus from </a:t>
            </a:r>
            <a:r>
              <a:rPr lang="en-US" sz="1100" i="1" dirty="0">
                <a:latin typeface="Anybody" panose="020B0604020202020204" charset="0"/>
              </a:rPr>
              <a:t>model accuracy</a:t>
            </a:r>
            <a:r>
              <a:rPr lang="en-US" sz="1100" dirty="0">
                <a:latin typeface="Anybody" panose="020B0604020202020204" charset="0"/>
              </a:rPr>
              <a:t> to </a:t>
            </a:r>
            <a:r>
              <a:rPr lang="en-US" sz="1100" i="1" dirty="0">
                <a:latin typeface="Anybody" panose="020B0604020202020204" charset="0"/>
              </a:rPr>
              <a:t>decision integrity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Addresses a realistic, under-studied failure mode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Provides a reusable experimental framework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Applicable beyond inventory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843B2F-5F93-E5EB-E412-0A4A5AA06F1A}"/>
              </a:ext>
            </a:extLst>
          </p:cNvPr>
          <p:cNvSpPr txBox="1"/>
          <p:nvPr/>
        </p:nvSpPr>
        <p:spPr>
          <a:xfrm>
            <a:off x="617034" y="4267200"/>
            <a:ext cx="395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  <a:latin typeface="Anybody" panose="020B0604020202020204" charset="0"/>
              </a:rPr>
              <a:t>Goal:</a:t>
            </a:r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 Detect decision degradation before performance collapse.</a:t>
            </a:r>
          </a:p>
        </p:txBody>
      </p:sp>
    </p:spTree>
    <p:extLst>
      <p:ext uri="{BB962C8B-B14F-4D97-AF65-F5344CB8AC3E}">
        <p14:creationId xmlns:p14="http://schemas.microsoft.com/office/powerpoint/2010/main" val="934040582"/>
      </p:ext>
    </p:extLst>
  </p:cSld>
  <p:clrMapOvr>
    <a:masterClrMapping/>
  </p:clrMapOvr>
</p:sld>
</file>

<file path=ppt/theme/theme1.xml><?xml version="1.0" encoding="utf-8"?>
<a:theme xmlns:a="http://schemas.openxmlformats.org/drawingml/2006/main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643</Words>
  <Application>Microsoft Office PowerPoint</Application>
  <PresentationFormat>On-screen Show (16:9)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Anybody</vt:lpstr>
      <vt:lpstr>Arial</vt:lpstr>
      <vt:lpstr>Nunito Light</vt:lpstr>
      <vt:lpstr>E-commerce Pitch Deck by Slidesgo</vt:lpstr>
      <vt:lpstr>A Preliminary Project Report</vt:lpstr>
      <vt:lpstr>Project Overview &amp; Motivation</vt:lpstr>
      <vt:lpstr>Problem Statement &amp; Objectives</vt:lpstr>
      <vt:lpstr>Methodology (Overall Structure)</vt:lpstr>
      <vt:lpstr>System Architecture Overview</vt:lpstr>
      <vt:lpstr>Failure Design &amp; Research Axes</vt:lpstr>
      <vt:lpstr>Work Completed &amp; Preliminary Observations </vt:lpstr>
      <vt:lpstr>Future Plan, Timeline &amp; Significance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 NEELESH N</dc:creator>
  <cp:lastModifiedBy>NAGA NEELESH N</cp:lastModifiedBy>
  <cp:revision>3</cp:revision>
  <dcterms:modified xsi:type="dcterms:W3CDTF">2026-02-10T12:40:21Z</dcterms:modified>
</cp:coreProperties>
</file>