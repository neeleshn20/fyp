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9"/>
  </p:notesMasterIdLst>
  <p:sldIdLst>
    <p:sldId id="297" r:id="rId2"/>
    <p:sldId id="298" r:id="rId3"/>
    <p:sldId id="299" r:id="rId4"/>
    <p:sldId id="300" r:id="rId5"/>
    <p:sldId id="305" r:id="rId6"/>
    <p:sldId id="306" r:id="rId7"/>
    <p:sldId id="304" r:id="rId8"/>
  </p:sldIdLst>
  <p:sldSz cx="9144000" cy="5143500" type="screen16x9"/>
  <p:notesSz cx="6858000" cy="9144000"/>
  <p:embeddedFontLst>
    <p:embeddedFont>
      <p:font typeface="Anybody" panose="020B0604020202020204" charset="0"/>
      <p:regular r:id="rId10"/>
      <p:bold r:id="rId11"/>
      <p:italic r:id="rId12"/>
      <p:boldItalic r:id="rId13"/>
    </p:embeddedFont>
    <p:embeddedFont>
      <p:font typeface="Nunito Light" pitchFamily="2" charset="0"/>
      <p:regular r:id="rId14"/>
      <p: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F51DEF-7E0C-468B-A54F-9E55E926368C}">
  <a:tblStyle styleId="{76F51DEF-7E0C-468B-A54F-9E55E926368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8E5C797-BE1C-42EC-832C-320DC8A7174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89B5C9-DC2A-4D73-A8C8-889669A25BA4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876393B-A925-4636-88FA-DC12CB00509D}">
      <dgm:prSet phldrT="[Text]"/>
      <dgm:spPr/>
      <dgm:t>
        <a:bodyPr/>
        <a:lstStyle/>
        <a:p>
          <a:pPr>
            <a:buNone/>
          </a:pPr>
          <a:r>
            <a:rPr lang="en-US" b="1" dirty="0">
              <a:solidFill>
                <a:schemeClr val="tx1"/>
              </a:solidFill>
            </a:rPr>
            <a:t>Project Objectives</a:t>
          </a:r>
          <a:endParaRPr lang="en-US" dirty="0">
            <a:solidFill>
              <a:schemeClr val="tx1"/>
            </a:solidFill>
          </a:endParaRPr>
        </a:p>
      </dgm:t>
    </dgm:pt>
    <dgm:pt modelId="{AFB473E3-B9B3-4C16-8377-982F8DCCA0A2}" type="parTrans" cxnId="{93512FE5-0CDA-41C6-B30A-42D209CF3E66}">
      <dgm:prSet/>
      <dgm:spPr/>
      <dgm:t>
        <a:bodyPr/>
        <a:lstStyle/>
        <a:p>
          <a:endParaRPr lang="en-US"/>
        </a:p>
      </dgm:t>
    </dgm:pt>
    <dgm:pt modelId="{B01F6998-C2BA-45A7-8C23-C56A1042B854}" type="sibTrans" cxnId="{93512FE5-0CDA-41C6-B30A-42D209CF3E66}">
      <dgm:prSet/>
      <dgm:spPr/>
      <dgm:t>
        <a:bodyPr/>
        <a:lstStyle/>
        <a:p>
          <a:endParaRPr lang="en-US"/>
        </a:p>
      </dgm:t>
    </dgm:pt>
    <dgm:pt modelId="{59501005-1521-45E9-9D5B-D68FB14B050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tx1"/>
              </a:solidFill>
            </a:rPr>
            <a:t>Model a realistic inventory decision environment</a:t>
          </a:r>
        </a:p>
      </dgm:t>
    </dgm:pt>
    <dgm:pt modelId="{C82061D0-C5FF-4083-AAA8-EF13C68986C6}" type="parTrans" cxnId="{E46AEB05-CDAC-460B-859E-E10B99D730AA}">
      <dgm:prSet/>
      <dgm:spPr/>
      <dgm:t>
        <a:bodyPr/>
        <a:lstStyle/>
        <a:p>
          <a:endParaRPr lang="en-US"/>
        </a:p>
      </dgm:t>
    </dgm:pt>
    <dgm:pt modelId="{98347A76-694D-4F8F-B8FC-505929146B6A}" type="sibTrans" cxnId="{E46AEB05-CDAC-460B-859E-E10B99D730AA}">
      <dgm:prSet/>
      <dgm:spPr/>
      <dgm:t>
        <a:bodyPr/>
        <a:lstStyle/>
        <a:p>
          <a:endParaRPr lang="en-US"/>
        </a:p>
      </dgm:t>
    </dgm:pt>
    <dgm:pt modelId="{9B06C7E2-C00F-41DB-94C6-EDCC3C23FB3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tx1"/>
              </a:solidFill>
            </a:rPr>
            <a:t>Build a transparent baseline decision system</a:t>
          </a:r>
        </a:p>
      </dgm:t>
    </dgm:pt>
    <dgm:pt modelId="{10E42B17-3917-40CE-9445-5BC3FFC551F0}" type="parTrans" cxnId="{779E0C5F-8521-44A6-ACFB-E8504C4CCA53}">
      <dgm:prSet/>
      <dgm:spPr/>
      <dgm:t>
        <a:bodyPr/>
        <a:lstStyle/>
        <a:p>
          <a:endParaRPr lang="en-US"/>
        </a:p>
      </dgm:t>
    </dgm:pt>
    <dgm:pt modelId="{B796D409-E360-4215-8892-63DB9432CC19}" type="sibTrans" cxnId="{779E0C5F-8521-44A6-ACFB-E8504C4CCA53}">
      <dgm:prSet/>
      <dgm:spPr/>
      <dgm:t>
        <a:bodyPr/>
        <a:lstStyle/>
        <a:p>
          <a:endParaRPr lang="en-US"/>
        </a:p>
      </dgm:t>
    </dgm:pt>
    <dgm:pt modelId="{DCDA7A77-0E0A-4C19-8270-DEF4A485A22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tx1"/>
              </a:solidFill>
            </a:rPr>
            <a:t>Systematically inject controlled failures</a:t>
          </a:r>
        </a:p>
      </dgm:t>
    </dgm:pt>
    <dgm:pt modelId="{C39A38ED-DC83-4A10-8D5F-D8E375CB443A}" type="parTrans" cxnId="{5506E7F4-7C37-4C6A-9763-CB35E0B51CF8}">
      <dgm:prSet/>
      <dgm:spPr/>
      <dgm:t>
        <a:bodyPr/>
        <a:lstStyle/>
        <a:p>
          <a:endParaRPr lang="en-US"/>
        </a:p>
      </dgm:t>
    </dgm:pt>
    <dgm:pt modelId="{2E1E9C17-ED3F-4AF0-A075-7FDFFE9B647A}" type="sibTrans" cxnId="{5506E7F4-7C37-4C6A-9763-CB35E0B51CF8}">
      <dgm:prSet/>
      <dgm:spPr/>
      <dgm:t>
        <a:bodyPr/>
        <a:lstStyle/>
        <a:p>
          <a:endParaRPr lang="en-US"/>
        </a:p>
      </dgm:t>
    </dgm:pt>
    <dgm:pt modelId="{0CB9FBA6-5D2D-47A3-8687-F0D5E0EE3F7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>
              <a:solidFill>
                <a:schemeClr val="tx1"/>
              </a:solidFill>
            </a:rPr>
            <a:t>Observe how decision behavior degrades</a:t>
          </a:r>
          <a:endParaRPr lang="en-US" dirty="0">
            <a:solidFill>
              <a:schemeClr val="tx1"/>
            </a:solidFill>
          </a:endParaRPr>
        </a:p>
      </dgm:t>
    </dgm:pt>
    <dgm:pt modelId="{F3C088DE-38CB-4ACC-BF13-F0AC58715629}" type="parTrans" cxnId="{2AA125E1-FC2D-4848-80E6-449E8D9192EE}">
      <dgm:prSet/>
      <dgm:spPr/>
      <dgm:t>
        <a:bodyPr/>
        <a:lstStyle/>
        <a:p>
          <a:endParaRPr lang="en-US"/>
        </a:p>
      </dgm:t>
    </dgm:pt>
    <dgm:pt modelId="{74168A78-B74F-4465-AE33-0B859C789D2B}" type="sibTrans" cxnId="{2AA125E1-FC2D-4848-80E6-449E8D9192EE}">
      <dgm:prSet/>
      <dgm:spPr/>
      <dgm:t>
        <a:bodyPr/>
        <a:lstStyle/>
        <a:p>
          <a:endParaRPr lang="en-US"/>
        </a:p>
      </dgm:t>
    </dgm:pt>
    <dgm:pt modelId="{3544EBA7-6A32-41BE-AF8C-FFA7E300586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tx1"/>
              </a:solidFill>
            </a:rPr>
            <a:t>Prepare a framework for degradation detection and correction</a:t>
          </a:r>
        </a:p>
      </dgm:t>
    </dgm:pt>
    <dgm:pt modelId="{E1EFC44B-B378-4D08-A702-04CC8E0E0479}" type="parTrans" cxnId="{01FC973E-FD70-46ED-8EC2-ADFA020CDEA1}">
      <dgm:prSet/>
      <dgm:spPr/>
      <dgm:t>
        <a:bodyPr/>
        <a:lstStyle/>
        <a:p>
          <a:endParaRPr lang="en-US"/>
        </a:p>
      </dgm:t>
    </dgm:pt>
    <dgm:pt modelId="{74AF6A45-50E4-486F-A30D-AA0619D98303}" type="sibTrans" cxnId="{01FC973E-FD70-46ED-8EC2-ADFA020CDEA1}">
      <dgm:prSet/>
      <dgm:spPr/>
      <dgm:t>
        <a:bodyPr/>
        <a:lstStyle/>
        <a:p>
          <a:endParaRPr lang="en-US"/>
        </a:p>
      </dgm:t>
    </dgm:pt>
    <dgm:pt modelId="{78BD23FA-CE33-4ED4-AE6E-5D5E2DC21C3E}" type="pres">
      <dgm:prSet presAssocID="{0889B5C9-DC2A-4D73-A8C8-889669A25BA4}" presName="linear" presStyleCnt="0">
        <dgm:presLayoutVars>
          <dgm:animLvl val="lvl"/>
          <dgm:resizeHandles val="exact"/>
        </dgm:presLayoutVars>
      </dgm:prSet>
      <dgm:spPr/>
    </dgm:pt>
    <dgm:pt modelId="{FAF37D7B-DF4F-4A9C-98A7-C7AACEE83783}" type="pres">
      <dgm:prSet presAssocID="{D876393B-A925-4636-88FA-DC12CB00509D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E1E9169-198B-4079-B347-BA1F7D9B2D1E}" type="pres">
      <dgm:prSet presAssocID="{B01F6998-C2BA-45A7-8C23-C56A1042B854}" presName="spacer" presStyleCnt="0"/>
      <dgm:spPr/>
    </dgm:pt>
    <dgm:pt modelId="{AEFB78FB-CC98-422F-936E-0E6163FEB78E}" type="pres">
      <dgm:prSet presAssocID="{59501005-1521-45E9-9D5B-D68FB14B050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B3471BB-B236-48FB-89D9-F6AD5C006180}" type="pres">
      <dgm:prSet presAssocID="{98347A76-694D-4F8F-B8FC-505929146B6A}" presName="spacer" presStyleCnt="0"/>
      <dgm:spPr/>
    </dgm:pt>
    <dgm:pt modelId="{10D81BD3-1C0F-4829-BDD2-36BDF0F89F2F}" type="pres">
      <dgm:prSet presAssocID="{9B06C7E2-C00F-41DB-94C6-EDCC3C23FB3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8C325BD-DD07-47EF-A6BF-733156B8DB25}" type="pres">
      <dgm:prSet presAssocID="{B796D409-E360-4215-8892-63DB9432CC19}" presName="spacer" presStyleCnt="0"/>
      <dgm:spPr/>
    </dgm:pt>
    <dgm:pt modelId="{B48EACE0-0CEA-426A-BD12-945A1AC13979}" type="pres">
      <dgm:prSet presAssocID="{DCDA7A77-0E0A-4C19-8270-DEF4A485A222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BF8000E-44E9-49CF-BC84-54224C6A3751}" type="pres">
      <dgm:prSet presAssocID="{2E1E9C17-ED3F-4AF0-A075-7FDFFE9B647A}" presName="spacer" presStyleCnt="0"/>
      <dgm:spPr/>
    </dgm:pt>
    <dgm:pt modelId="{50477555-BD39-4A96-B213-526DF2E171C7}" type="pres">
      <dgm:prSet presAssocID="{0CB9FBA6-5D2D-47A3-8687-F0D5E0EE3F7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27DC30B-C903-426A-BE04-16624F2AC676}" type="pres">
      <dgm:prSet presAssocID="{74168A78-B74F-4465-AE33-0B859C789D2B}" presName="spacer" presStyleCnt="0"/>
      <dgm:spPr/>
    </dgm:pt>
    <dgm:pt modelId="{69295C25-4E0A-490E-9597-C1EC99F876F8}" type="pres">
      <dgm:prSet presAssocID="{3544EBA7-6A32-41BE-AF8C-FFA7E3005869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46AEB05-CDAC-460B-859E-E10B99D730AA}" srcId="{0889B5C9-DC2A-4D73-A8C8-889669A25BA4}" destId="{59501005-1521-45E9-9D5B-D68FB14B0500}" srcOrd="1" destOrd="0" parTransId="{C82061D0-C5FF-4083-AAA8-EF13C68986C6}" sibTransId="{98347A76-694D-4F8F-B8FC-505929146B6A}"/>
    <dgm:cxn modelId="{F81F7817-E404-4F03-9296-2FB8B528FE48}" type="presOf" srcId="{0889B5C9-DC2A-4D73-A8C8-889669A25BA4}" destId="{78BD23FA-CE33-4ED4-AE6E-5D5E2DC21C3E}" srcOrd="0" destOrd="0" presId="urn:microsoft.com/office/officeart/2005/8/layout/vList2"/>
    <dgm:cxn modelId="{01FC973E-FD70-46ED-8EC2-ADFA020CDEA1}" srcId="{0889B5C9-DC2A-4D73-A8C8-889669A25BA4}" destId="{3544EBA7-6A32-41BE-AF8C-FFA7E3005869}" srcOrd="5" destOrd="0" parTransId="{E1EFC44B-B378-4D08-A702-04CC8E0E0479}" sibTransId="{74AF6A45-50E4-486F-A30D-AA0619D98303}"/>
    <dgm:cxn modelId="{87577A5B-F248-447E-AD12-857C7D37DD49}" type="presOf" srcId="{9B06C7E2-C00F-41DB-94C6-EDCC3C23FB3D}" destId="{10D81BD3-1C0F-4829-BDD2-36BDF0F89F2F}" srcOrd="0" destOrd="0" presId="urn:microsoft.com/office/officeart/2005/8/layout/vList2"/>
    <dgm:cxn modelId="{779E0C5F-8521-44A6-ACFB-E8504C4CCA53}" srcId="{0889B5C9-DC2A-4D73-A8C8-889669A25BA4}" destId="{9B06C7E2-C00F-41DB-94C6-EDCC3C23FB3D}" srcOrd="2" destOrd="0" parTransId="{10E42B17-3917-40CE-9445-5BC3FFC551F0}" sibTransId="{B796D409-E360-4215-8892-63DB9432CC19}"/>
    <dgm:cxn modelId="{E58D2C60-4D37-4A6F-A3C0-7A43B16377CC}" type="presOf" srcId="{3544EBA7-6A32-41BE-AF8C-FFA7E3005869}" destId="{69295C25-4E0A-490E-9597-C1EC99F876F8}" srcOrd="0" destOrd="0" presId="urn:microsoft.com/office/officeart/2005/8/layout/vList2"/>
    <dgm:cxn modelId="{C0A5494C-1E7C-4895-9DE8-6F2DE343B147}" type="presOf" srcId="{59501005-1521-45E9-9D5B-D68FB14B0500}" destId="{AEFB78FB-CC98-422F-936E-0E6163FEB78E}" srcOrd="0" destOrd="0" presId="urn:microsoft.com/office/officeart/2005/8/layout/vList2"/>
    <dgm:cxn modelId="{2EB2669C-C27C-49C4-9AE4-6C7ABBD72E1C}" type="presOf" srcId="{0CB9FBA6-5D2D-47A3-8687-F0D5E0EE3F72}" destId="{50477555-BD39-4A96-B213-526DF2E171C7}" srcOrd="0" destOrd="0" presId="urn:microsoft.com/office/officeart/2005/8/layout/vList2"/>
    <dgm:cxn modelId="{0A9860B7-BB83-4C5B-8F95-4EBC7783A640}" type="presOf" srcId="{DCDA7A77-0E0A-4C19-8270-DEF4A485A222}" destId="{B48EACE0-0CEA-426A-BD12-945A1AC13979}" srcOrd="0" destOrd="0" presId="urn:microsoft.com/office/officeart/2005/8/layout/vList2"/>
    <dgm:cxn modelId="{2AA125E1-FC2D-4848-80E6-449E8D9192EE}" srcId="{0889B5C9-DC2A-4D73-A8C8-889669A25BA4}" destId="{0CB9FBA6-5D2D-47A3-8687-F0D5E0EE3F72}" srcOrd="4" destOrd="0" parTransId="{F3C088DE-38CB-4ACC-BF13-F0AC58715629}" sibTransId="{74168A78-B74F-4465-AE33-0B859C789D2B}"/>
    <dgm:cxn modelId="{93512FE5-0CDA-41C6-B30A-42D209CF3E66}" srcId="{0889B5C9-DC2A-4D73-A8C8-889669A25BA4}" destId="{D876393B-A925-4636-88FA-DC12CB00509D}" srcOrd="0" destOrd="0" parTransId="{AFB473E3-B9B3-4C16-8377-982F8DCCA0A2}" sibTransId="{B01F6998-C2BA-45A7-8C23-C56A1042B854}"/>
    <dgm:cxn modelId="{ED1B70E6-2FE6-4B5E-B854-5692C83AFBEF}" type="presOf" srcId="{D876393B-A925-4636-88FA-DC12CB00509D}" destId="{FAF37D7B-DF4F-4A9C-98A7-C7AACEE83783}" srcOrd="0" destOrd="0" presId="urn:microsoft.com/office/officeart/2005/8/layout/vList2"/>
    <dgm:cxn modelId="{5506E7F4-7C37-4C6A-9763-CB35E0B51CF8}" srcId="{0889B5C9-DC2A-4D73-A8C8-889669A25BA4}" destId="{DCDA7A77-0E0A-4C19-8270-DEF4A485A222}" srcOrd="3" destOrd="0" parTransId="{C39A38ED-DC83-4A10-8D5F-D8E375CB443A}" sibTransId="{2E1E9C17-ED3F-4AF0-A075-7FDFFE9B647A}"/>
    <dgm:cxn modelId="{A8BEF9C8-48B6-4F01-A9AE-8FD918DE0D9C}" type="presParOf" srcId="{78BD23FA-CE33-4ED4-AE6E-5D5E2DC21C3E}" destId="{FAF37D7B-DF4F-4A9C-98A7-C7AACEE83783}" srcOrd="0" destOrd="0" presId="urn:microsoft.com/office/officeart/2005/8/layout/vList2"/>
    <dgm:cxn modelId="{15D9F404-25CC-43BA-8E81-3876561D7500}" type="presParOf" srcId="{78BD23FA-CE33-4ED4-AE6E-5D5E2DC21C3E}" destId="{BE1E9169-198B-4079-B347-BA1F7D9B2D1E}" srcOrd="1" destOrd="0" presId="urn:microsoft.com/office/officeart/2005/8/layout/vList2"/>
    <dgm:cxn modelId="{8068E9A0-56BB-49AF-9093-DA46D2BB8765}" type="presParOf" srcId="{78BD23FA-CE33-4ED4-AE6E-5D5E2DC21C3E}" destId="{AEFB78FB-CC98-422F-936E-0E6163FEB78E}" srcOrd="2" destOrd="0" presId="urn:microsoft.com/office/officeart/2005/8/layout/vList2"/>
    <dgm:cxn modelId="{ABC8FD91-062F-4AF1-96D5-9D53F95DBD83}" type="presParOf" srcId="{78BD23FA-CE33-4ED4-AE6E-5D5E2DC21C3E}" destId="{0B3471BB-B236-48FB-89D9-F6AD5C006180}" srcOrd="3" destOrd="0" presId="urn:microsoft.com/office/officeart/2005/8/layout/vList2"/>
    <dgm:cxn modelId="{879729AB-6ECE-4CB0-9E00-1961ECD1A71B}" type="presParOf" srcId="{78BD23FA-CE33-4ED4-AE6E-5D5E2DC21C3E}" destId="{10D81BD3-1C0F-4829-BDD2-36BDF0F89F2F}" srcOrd="4" destOrd="0" presId="urn:microsoft.com/office/officeart/2005/8/layout/vList2"/>
    <dgm:cxn modelId="{C8DFE893-2D0C-45DC-AC8F-19CFF58F0A80}" type="presParOf" srcId="{78BD23FA-CE33-4ED4-AE6E-5D5E2DC21C3E}" destId="{08C325BD-DD07-47EF-A6BF-733156B8DB25}" srcOrd="5" destOrd="0" presId="urn:microsoft.com/office/officeart/2005/8/layout/vList2"/>
    <dgm:cxn modelId="{B58709C3-8EE9-4350-BE80-09CE0B8E2BC4}" type="presParOf" srcId="{78BD23FA-CE33-4ED4-AE6E-5D5E2DC21C3E}" destId="{B48EACE0-0CEA-426A-BD12-945A1AC13979}" srcOrd="6" destOrd="0" presId="urn:microsoft.com/office/officeart/2005/8/layout/vList2"/>
    <dgm:cxn modelId="{D5E89161-EA18-4636-AEA5-54B8B98DEEC3}" type="presParOf" srcId="{78BD23FA-CE33-4ED4-AE6E-5D5E2DC21C3E}" destId="{CBF8000E-44E9-49CF-BC84-54224C6A3751}" srcOrd="7" destOrd="0" presId="urn:microsoft.com/office/officeart/2005/8/layout/vList2"/>
    <dgm:cxn modelId="{CB42EA48-6DF8-4260-8675-57BF1546C3A4}" type="presParOf" srcId="{78BD23FA-CE33-4ED4-AE6E-5D5E2DC21C3E}" destId="{50477555-BD39-4A96-B213-526DF2E171C7}" srcOrd="8" destOrd="0" presId="urn:microsoft.com/office/officeart/2005/8/layout/vList2"/>
    <dgm:cxn modelId="{ACAB72B1-AF15-4301-8005-FEDD0CF675DD}" type="presParOf" srcId="{78BD23FA-CE33-4ED4-AE6E-5D5E2DC21C3E}" destId="{727DC30B-C903-426A-BE04-16624F2AC676}" srcOrd="9" destOrd="0" presId="urn:microsoft.com/office/officeart/2005/8/layout/vList2"/>
    <dgm:cxn modelId="{9759E5FD-B2F9-4336-8AF9-4BE5DB6B8ECF}" type="presParOf" srcId="{78BD23FA-CE33-4ED4-AE6E-5D5E2DC21C3E}" destId="{69295C25-4E0A-490E-9597-C1EC99F876F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B398D5-B501-4437-B893-1E4CCD5C3A1B}" type="doc">
      <dgm:prSet loTypeId="urn:microsoft.com/office/officeart/2005/8/layout/hList1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F4F6137-3FF8-4966-8807-4F3016488708}">
      <dgm:prSet/>
      <dgm:spPr/>
      <dgm:t>
        <a:bodyPr/>
        <a:lstStyle/>
        <a:p>
          <a:r>
            <a:rPr lang="en-US" b="1" dirty="0">
              <a:solidFill>
                <a:schemeClr val="tx2"/>
              </a:solidFill>
            </a:rPr>
            <a:t>Phase 0 – Environment Characterization</a:t>
          </a:r>
          <a:endParaRPr lang="en-US" dirty="0">
            <a:solidFill>
              <a:schemeClr val="tx2"/>
            </a:solidFill>
          </a:endParaRPr>
        </a:p>
      </dgm:t>
    </dgm:pt>
    <dgm:pt modelId="{F16D82F7-9EF1-4CCE-A4C1-F3B25CC74EEF}" type="parTrans" cxnId="{99398368-B1EB-481D-8FD5-F33FC3D5A1A7}">
      <dgm:prSet/>
      <dgm:spPr/>
      <dgm:t>
        <a:bodyPr/>
        <a:lstStyle/>
        <a:p>
          <a:endParaRPr lang="en-US"/>
        </a:p>
      </dgm:t>
    </dgm:pt>
    <dgm:pt modelId="{452B2680-418C-40E2-A4AF-A2C6365DFD12}" type="sibTrans" cxnId="{99398368-B1EB-481D-8FD5-F33FC3D5A1A7}">
      <dgm:prSet/>
      <dgm:spPr/>
      <dgm:t>
        <a:bodyPr/>
        <a:lstStyle/>
        <a:p>
          <a:endParaRPr lang="en-US"/>
        </a:p>
      </dgm:t>
    </dgm:pt>
    <dgm:pt modelId="{18FCB17B-512C-425F-BFDA-BCA8FCD63CF1}">
      <dgm:prSet/>
      <dgm:spPr/>
      <dgm:t>
        <a:bodyPr/>
        <a:lstStyle/>
        <a:p>
          <a:r>
            <a:rPr lang="en-US" dirty="0"/>
            <a:t>Analyze demand structure, variability, and coupling</a:t>
          </a:r>
        </a:p>
      </dgm:t>
    </dgm:pt>
    <dgm:pt modelId="{E65C8498-6F94-44C1-905B-45CFFC09A5F6}" type="parTrans" cxnId="{901DCCB3-D628-4C4D-B6B5-E1973B504B76}">
      <dgm:prSet/>
      <dgm:spPr/>
      <dgm:t>
        <a:bodyPr/>
        <a:lstStyle/>
        <a:p>
          <a:endParaRPr lang="en-US"/>
        </a:p>
      </dgm:t>
    </dgm:pt>
    <dgm:pt modelId="{C9B2A0E3-4DC8-40D8-ACB0-7E0EA5C65390}" type="sibTrans" cxnId="{901DCCB3-D628-4C4D-B6B5-E1973B504B76}">
      <dgm:prSet/>
      <dgm:spPr/>
      <dgm:t>
        <a:bodyPr/>
        <a:lstStyle/>
        <a:p>
          <a:endParaRPr lang="en-US"/>
        </a:p>
      </dgm:t>
    </dgm:pt>
    <dgm:pt modelId="{A437A513-0BB6-4394-A46E-1DC2EC3BCCA8}">
      <dgm:prSet/>
      <dgm:spPr/>
      <dgm:t>
        <a:bodyPr/>
        <a:lstStyle/>
        <a:p>
          <a:r>
            <a:rPr lang="en-US" dirty="0"/>
            <a:t>Study store–department relationships</a:t>
          </a:r>
        </a:p>
      </dgm:t>
    </dgm:pt>
    <dgm:pt modelId="{0CCE6B37-CF2E-4385-9A5D-CCB4E9F11772}" type="parTrans" cxnId="{0F6C8419-0BB1-43B2-BA76-F4A703A28BD7}">
      <dgm:prSet/>
      <dgm:spPr/>
      <dgm:t>
        <a:bodyPr/>
        <a:lstStyle/>
        <a:p>
          <a:endParaRPr lang="en-US"/>
        </a:p>
      </dgm:t>
    </dgm:pt>
    <dgm:pt modelId="{45CB55BC-E692-409C-94C9-90DD6BA11538}" type="sibTrans" cxnId="{0F6C8419-0BB1-43B2-BA76-F4A703A28BD7}">
      <dgm:prSet/>
      <dgm:spPr/>
      <dgm:t>
        <a:bodyPr/>
        <a:lstStyle/>
        <a:p>
          <a:endParaRPr lang="en-US"/>
        </a:p>
      </dgm:t>
    </dgm:pt>
    <dgm:pt modelId="{B39FAF8F-A4D9-4D4E-8F50-1BB0B8D1204C}">
      <dgm:prSet/>
      <dgm:spPr/>
      <dgm:t>
        <a:bodyPr/>
        <a:lstStyle/>
        <a:p>
          <a:r>
            <a:rPr lang="en-US" dirty="0"/>
            <a:t>Identify behavioral patterns (e.g., holidays)</a:t>
          </a:r>
        </a:p>
      </dgm:t>
    </dgm:pt>
    <dgm:pt modelId="{3CF150EE-2481-4968-AB48-ADCF03EE3256}" type="parTrans" cxnId="{B5D3C223-1417-44FC-91AF-5CFF4434D2A1}">
      <dgm:prSet/>
      <dgm:spPr/>
      <dgm:t>
        <a:bodyPr/>
        <a:lstStyle/>
        <a:p>
          <a:endParaRPr lang="en-US"/>
        </a:p>
      </dgm:t>
    </dgm:pt>
    <dgm:pt modelId="{462EB81E-A880-4115-9DD4-429D220C5831}" type="sibTrans" cxnId="{B5D3C223-1417-44FC-91AF-5CFF4434D2A1}">
      <dgm:prSet/>
      <dgm:spPr/>
      <dgm:t>
        <a:bodyPr/>
        <a:lstStyle/>
        <a:p>
          <a:endParaRPr lang="en-US"/>
        </a:p>
      </dgm:t>
    </dgm:pt>
    <dgm:pt modelId="{0D8CAC14-2F9B-4E29-AED0-E1D896335BC6}">
      <dgm:prSet/>
      <dgm:spPr/>
      <dgm:t>
        <a:bodyPr/>
        <a:lstStyle/>
        <a:p>
          <a:r>
            <a:rPr lang="en-US" b="1" dirty="0">
              <a:solidFill>
                <a:schemeClr val="tx2"/>
              </a:solidFill>
            </a:rPr>
            <a:t>Phase 1 – Baseline Decision System</a:t>
          </a:r>
        </a:p>
      </dgm:t>
    </dgm:pt>
    <dgm:pt modelId="{77D37F0F-F3E8-4E87-91BD-E596D08EAE86}" type="parTrans" cxnId="{1D589B9D-7FC7-44B3-9042-6FD1E725E6AB}">
      <dgm:prSet/>
      <dgm:spPr/>
      <dgm:t>
        <a:bodyPr/>
        <a:lstStyle/>
        <a:p>
          <a:endParaRPr lang="en-US"/>
        </a:p>
      </dgm:t>
    </dgm:pt>
    <dgm:pt modelId="{9C136B30-423C-40AE-A56E-F8ADBAF68436}" type="sibTrans" cxnId="{1D589B9D-7FC7-44B3-9042-6FD1E725E6AB}">
      <dgm:prSet/>
      <dgm:spPr/>
      <dgm:t>
        <a:bodyPr/>
        <a:lstStyle/>
        <a:p>
          <a:endParaRPr lang="en-US"/>
        </a:p>
      </dgm:t>
    </dgm:pt>
    <dgm:pt modelId="{268A2191-F05B-4A75-A388-2E95F7601A98}">
      <dgm:prSet/>
      <dgm:spPr/>
      <dgm:t>
        <a:bodyPr/>
        <a:lstStyle/>
        <a:p>
          <a:r>
            <a:rPr lang="en-US" dirty="0"/>
            <a:t>Define a single core decision:</a:t>
          </a:r>
        </a:p>
      </dgm:t>
    </dgm:pt>
    <dgm:pt modelId="{D3E3D912-F656-4CFA-A62C-0939BFEF5B8E}" type="parTrans" cxnId="{2740CD88-A978-4EAE-80EC-35D77BF13A3D}">
      <dgm:prSet/>
      <dgm:spPr/>
      <dgm:t>
        <a:bodyPr/>
        <a:lstStyle/>
        <a:p>
          <a:endParaRPr lang="en-US"/>
        </a:p>
      </dgm:t>
    </dgm:pt>
    <dgm:pt modelId="{5E021BD1-F027-41CD-BB1B-9B329EB23B8C}" type="sibTrans" cxnId="{2740CD88-A978-4EAE-80EC-35D77BF13A3D}">
      <dgm:prSet/>
      <dgm:spPr/>
      <dgm:t>
        <a:bodyPr/>
        <a:lstStyle/>
        <a:p>
          <a:endParaRPr lang="en-US"/>
        </a:p>
      </dgm:t>
    </dgm:pt>
    <dgm:pt modelId="{2BEA3805-04D0-4964-8F36-6A5639B543A3}">
      <dgm:prSet/>
      <dgm:spPr/>
      <dgm:t>
        <a:bodyPr/>
        <a:lstStyle/>
        <a:p>
          <a:r>
            <a:rPr lang="en-US" dirty="0"/>
            <a:t>Weekly inventory allocation (store × department)</a:t>
          </a:r>
        </a:p>
      </dgm:t>
    </dgm:pt>
    <dgm:pt modelId="{2B21FA09-A083-4126-A39A-BC2827BE0EC7}" type="parTrans" cxnId="{592645F1-33D5-4141-9C8E-5D6E08CAD6F6}">
      <dgm:prSet/>
      <dgm:spPr/>
      <dgm:t>
        <a:bodyPr/>
        <a:lstStyle/>
        <a:p>
          <a:endParaRPr lang="en-US"/>
        </a:p>
      </dgm:t>
    </dgm:pt>
    <dgm:pt modelId="{EEDD8580-F721-4218-A113-A3E92C65BEC1}" type="sibTrans" cxnId="{592645F1-33D5-4141-9C8E-5D6E08CAD6F6}">
      <dgm:prSet/>
      <dgm:spPr/>
      <dgm:t>
        <a:bodyPr/>
        <a:lstStyle/>
        <a:p>
          <a:endParaRPr lang="en-US"/>
        </a:p>
      </dgm:t>
    </dgm:pt>
    <dgm:pt modelId="{21ADC757-C2D3-4A8A-A89D-ACB3A193BD4D}">
      <dgm:prSet/>
      <dgm:spPr/>
      <dgm:t>
        <a:bodyPr/>
        <a:lstStyle/>
        <a:p>
          <a:r>
            <a:rPr lang="en-US" dirty="0"/>
            <a:t>Use simple, interpretable rules</a:t>
          </a:r>
        </a:p>
      </dgm:t>
    </dgm:pt>
    <dgm:pt modelId="{BA8A8CCF-6A49-493D-AE18-2378883F2C3D}" type="parTrans" cxnId="{AD760EA9-46EF-4D45-8E43-2AF6484B11FE}">
      <dgm:prSet/>
      <dgm:spPr/>
      <dgm:t>
        <a:bodyPr/>
        <a:lstStyle/>
        <a:p>
          <a:endParaRPr lang="en-US"/>
        </a:p>
      </dgm:t>
    </dgm:pt>
    <dgm:pt modelId="{117C404E-05A2-4F6E-ABC2-7227B7B402F5}" type="sibTrans" cxnId="{AD760EA9-46EF-4D45-8E43-2AF6484B11FE}">
      <dgm:prSet/>
      <dgm:spPr/>
      <dgm:t>
        <a:bodyPr/>
        <a:lstStyle/>
        <a:p>
          <a:endParaRPr lang="en-US"/>
        </a:p>
      </dgm:t>
    </dgm:pt>
    <dgm:pt modelId="{9D4205DD-BC4D-435D-A0DA-A2C89E93DC3D}">
      <dgm:prSet/>
      <dgm:spPr/>
      <dgm:t>
        <a:bodyPr/>
        <a:lstStyle/>
        <a:p>
          <a:r>
            <a:rPr lang="en-US" dirty="0"/>
            <a:t>Establish baseline performance metrics</a:t>
          </a:r>
        </a:p>
      </dgm:t>
    </dgm:pt>
    <dgm:pt modelId="{33E6CB0B-1F01-4B6E-B353-E259776F108B}" type="parTrans" cxnId="{DAF196CC-0BDB-48F6-B63D-42155738F0CF}">
      <dgm:prSet/>
      <dgm:spPr/>
      <dgm:t>
        <a:bodyPr/>
        <a:lstStyle/>
        <a:p>
          <a:endParaRPr lang="en-US"/>
        </a:p>
      </dgm:t>
    </dgm:pt>
    <dgm:pt modelId="{296EC7D7-C63A-4D03-AB49-7E1E476E4B77}" type="sibTrans" cxnId="{DAF196CC-0BDB-48F6-B63D-42155738F0CF}">
      <dgm:prSet/>
      <dgm:spPr/>
      <dgm:t>
        <a:bodyPr/>
        <a:lstStyle/>
        <a:p>
          <a:endParaRPr lang="en-US"/>
        </a:p>
      </dgm:t>
    </dgm:pt>
    <dgm:pt modelId="{BFDEDFD1-2B2F-4106-A823-325D2A47CD52}">
      <dgm:prSet/>
      <dgm:spPr/>
      <dgm:t>
        <a:bodyPr/>
        <a:lstStyle/>
        <a:p>
          <a:r>
            <a:rPr lang="en-US" b="1" dirty="0">
              <a:solidFill>
                <a:schemeClr val="tx2"/>
              </a:solidFill>
            </a:rPr>
            <a:t>Phase 2 – Failure Injection</a:t>
          </a:r>
          <a:endParaRPr lang="en-US" dirty="0">
            <a:solidFill>
              <a:schemeClr val="tx2"/>
            </a:solidFill>
          </a:endParaRPr>
        </a:p>
      </dgm:t>
    </dgm:pt>
    <dgm:pt modelId="{78B4A09C-2A37-4332-88BA-64E094A18A2E}" type="parTrans" cxnId="{9E0A65DF-D831-4528-8FD2-92E7C0BCF5F4}">
      <dgm:prSet/>
      <dgm:spPr/>
      <dgm:t>
        <a:bodyPr/>
        <a:lstStyle/>
        <a:p>
          <a:endParaRPr lang="en-US"/>
        </a:p>
      </dgm:t>
    </dgm:pt>
    <dgm:pt modelId="{AA1EB91F-EA2A-4741-A945-9FFF38A66404}" type="sibTrans" cxnId="{9E0A65DF-D831-4528-8FD2-92E7C0BCF5F4}">
      <dgm:prSet/>
      <dgm:spPr/>
      <dgm:t>
        <a:bodyPr/>
        <a:lstStyle/>
        <a:p>
          <a:endParaRPr lang="en-US"/>
        </a:p>
      </dgm:t>
    </dgm:pt>
    <dgm:pt modelId="{60461ECF-FF61-4862-85D7-2F84BC495610}">
      <dgm:prSet/>
      <dgm:spPr/>
      <dgm:t>
        <a:bodyPr/>
        <a:lstStyle/>
        <a:p>
          <a:r>
            <a:rPr lang="en-US" dirty="0"/>
            <a:t>Introduce controlled violations of assumptions</a:t>
          </a:r>
        </a:p>
      </dgm:t>
    </dgm:pt>
    <dgm:pt modelId="{325DE1E9-1954-4CB5-8AD9-AFA1AE2D9A9F}" type="parTrans" cxnId="{E7007444-D04C-4422-96F1-16F563858CA1}">
      <dgm:prSet/>
      <dgm:spPr/>
      <dgm:t>
        <a:bodyPr/>
        <a:lstStyle/>
        <a:p>
          <a:endParaRPr lang="en-US"/>
        </a:p>
      </dgm:t>
    </dgm:pt>
    <dgm:pt modelId="{4317173D-9FD4-4D79-8824-CC3E0A5633C7}" type="sibTrans" cxnId="{E7007444-D04C-4422-96F1-16F563858CA1}">
      <dgm:prSet/>
      <dgm:spPr/>
      <dgm:t>
        <a:bodyPr/>
        <a:lstStyle/>
        <a:p>
          <a:endParaRPr lang="en-US"/>
        </a:p>
      </dgm:t>
    </dgm:pt>
    <dgm:pt modelId="{BCBE83FF-E041-4CDA-B959-4147BDA91605}">
      <dgm:prSet/>
      <dgm:spPr/>
      <dgm:t>
        <a:bodyPr/>
        <a:lstStyle/>
        <a:p>
          <a:r>
            <a:rPr lang="en-US" dirty="0"/>
            <a:t>Observe gradual degradation (not immediate failure)</a:t>
          </a:r>
        </a:p>
      </dgm:t>
    </dgm:pt>
    <dgm:pt modelId="{F407E3FE-A004-407C-8887-E1BA44AF27FD}" type="parTrans" cxnId="{F1819885-7A46-4650-8643-8E42915336DA}">
      <dgm:prSet/>
      <dgm:spPr/>
      <dgm:t>
        <a:bodyPr/>
        <a:lstStyle/>
        <a:p>
          <a:endParaRPr lang="en-US"/>
        </a:p>
      </dgm:t>
    </dgm:pt>
    <dgm:pt modelId="{62EEA3CE-013A-4373-86A0-AE26844FF788}" type="sibTrans" cxnId="{F1819885-7A46-4650-8643-8E42915336DA}">
      <dgm:prSet/>
      <dgm:spPr/>
      <dgm:t>
        <a:bodyPr/>
        <a:lstStyle/>
        <a:p>
          <a:endParaRPr lang="en-US"/>
        </a:p>
      </dgm:t>
    </dgm:pt>
    <dgm:pt modelId="{0B8E2A48-69E1-4582-9470-D3F4B8D9D526}">
      <dgm:prSet/>
      <dgm:spPr/>
      <dgm:t>
        <a:bodyPr/>
        <a:lstStyle/>
        <a:p>
          <a:r>
            <a:rPr lang="en-US" b="1" dirty="0">
              <a:solidFill>
                <a:schemeClr val="tx2"/>
              </a:solidFill>
            </a:rPr>
            <a:t>Phase 3: Degradation detection</a:t>
          </a:r>
        </a:p>
      </dgm:t>
    </dgm:pt>
    <dgm:pt modelId="{392C7B23-50F5-4710-800C-26614EFE064F}" type="parTrans" cxnId="{BA8BE826-AE83-4FD3-825F-7BA05D6C003E}">
      <dgm:prSet/>
      <dgm:spPr/>
      <dgm:t>
        <a:bodyPr/>
        <a:lstStyle/>
        <a:p>
          <a:endParaRPr lang="en-US"/>
        </a:p>
      </dgm:t>
    </dgm:pt>
    <dgm:pt modelId="{F886558F-ED07-41E8-82F4-BD0DEBE16987}" type="sibTrans" cxnId="{BA8BE826-AE83-4FD3-825F-7BA05D6C003E}">
      <dgm:prSet/>
      <dgm:spPr/>
      <dgm:t>
        <a:bodyPr/>
        <a:lstStyle/>
        <a:p>
          <a:endParaRPr lang="en-US"/>
        </a:p>
      </dgm:t>
    </dgm:pt>
    <dgm:pt modelId="{A06ED2A6-F7D0-486F-9CF4-8940203DB3F0}">
      <dgm:prSet/>
      <dgm:spPr/>
      <dgm:t>
        <a:bodyPr/>
        <a:lstStyle/>
        <a:p>
          <a:r>
            <a:rPr lang="en-US" b="1" dirty="0">
              <a:solidFill>
                <a:schemeClr val="tx2"/>
              </a:solidFill>
            </a:rPr>
            <a:t>Phase 4: Correction and recovery</a:t>
          </a:r>
        </a:p>
      </dgm:t>
    </dgm:pt>
    <dgm:pt modelId="{E7C9129A-0A4A-4D50-8845-7D1606FC6BB8}" type="parTrans" cxnId="{F007BD73-B430-44D1-888A-0B7ED54AE266}">
      <dgm:prSet/>
      <dgm:spPr/>
      <dgm:t>
        <a:bodyPr/>
        <a:lstStyle/>
        <a:p>
          <a:endParaRPr lang="en-US"/>
        </a:p>
      </dgm:t>
    </dgm:pt>
    <dgm:pt modelId="{718D8F5E-C2A8-46CB-8A92-2CF4E74D890C}" type="sibTrans" cxnId="{F007BD73-B430-44D1-888A-0B7ED54AE266}">
      <dgm:prSet/>
      <dgm:spPr/>
      <dgm:t>
        <a:bodyPr/>
        <a:lstStyle/>
        <a:p>
          <a:endParaRPr lang="en-US"/>
        </a:p>
      </dgm:t>
    </dgm:pt>
    <dgm:pt modelId="{BC398A22-5FA1-430F-BC07-9ACBD1E5D50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Analyze system </a:t>
          </a:r>
          <a:r>
            <a:rPr lang="en-US" dirty="0" err="1"/>
            <a:t>behaviour</a:t>
          </a:r>
          <a:r>
            <a:rPr lang="en-US" dirty="0"/>
            <a:t> to identify early indicators of decision performance degradation.</a:t>
          </a:r>
          <a:endParaRPr lang="en-US" b="1" dirty="0">
            <a:solidFill>
              <a:schemeClr val="tx2"/>
            </a:solidFill>
          </a:endParaRPr>
        </a:p>
      </dgm:t>
    </dgm:pt>
    <dgm:pt modelId="{CEEF178A-F05E-4D00-BFB0-DB826986AE94}" type="parTrans" cxnId="{3F97518E-E5F4-4139-AA27-D465C980868F}">
      <dgm:prSet/>
      <dgm:spPr/>
      <dgm:t>
        <a:bodyPr/>
        <a:lstStyle/>
        <a:p>
          <a:endParaRPr lang="en-US"/>
        </a:p>
      </dgm:t>
    </dgm:pt>
    <dgm:pt modelId="{28EAFE56-3E4D-4AB2-8830-3EA565B9C7B8}" type="sibTrans" cxnId="{3F97518E-E5F4-4139-AA27-D465C980868F}">
      <dgm:prSet/>
      <dgm:spPr/>
      <dgm:t>
        <a:bodyPr/>
        <a:lstStyle/>
        <a:p>
          <a:endParaRPr lang="en-US"/>
        </a:p>
      </dgm:t>
    </dgm:pt>
    <dgm:pt modelId="{0EAC59B2-CD29-4190-9508-E175F72F8E2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Develop monitoring metrics that capture instability and inefficiencies beyond traditional performance measures.</a:t>
          </a:r>
          <a:endParaRPr lang="en-US" b="1" dirty="0">
            <a:solidFill>
              <a:schemeClr val="tx2"/>
            </a:solidFill>
          </a:endParaRPr>
        </a:p>
      </dgm:t>
    </dgm:pt>
    <dgm:pt modelId="{5EF83343-46BB-4042-8A95-E3704BB2EC82}" type="parTrans" cxnId="{274C7CE3-8B7D-4092-AEBE-D2F9FE0BCDFE}">
      <dgm:prSet/>
      <dgm:spPr/>
      <dgm:t>
        <a:bodyPr/>
        <a:lstStyle/>
        <a:p>
          <a:endParaRPr lang="en-US"/>
        </a:p>
      </dgm:t>
    </dgm:pt>
    <dgm:pt modelId="{DB3D8FA8-B3F7-4D54-AB68-1C56F299F14D}" type="sibTrans" cxnId="{274C7CE3-8B7D-4092-AEBE-D2F9FE0BCDFE}">
      <dgm:prSet/>
      <dgm:spPr/>
      <dgm:t>
        <a:bodyPr/>
        <a:lstStyle/>
        <a:p>
          <a:endParaRPr lang="en-US"/>
        </a:p>
      </dgm:t>
    </dgm:pt>
    <dgm:pt modelId="{9F526BA4-EFA2-4424-ABA8-7F91D1E762C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Design mechanisms to stabilize the decision system when degradation signals are detected.</a:t>
          </a:r>
        </a:p>
      </dgm:t>
    </dgm:pt>
    <dgm:pt modelId="{CC5F98C7-316C-4A9F-BDC9-D0562904A796}" type="parTrans" cxnId="{2DAC8247-F7E4-4ED8-893B-994E5FC88F33}">
      <dgm:prSet/>
      <dgm:spPr/>
      <dgm:t>
        <a:bodyPr/>
        <a:lstStyle/>
        <a:p>
          <a:endParaRPr lang="en-US"/>
        </a:p>
      </dgm:t>
    </dgm:pt>
    <dgm:pt modelId="{F89501DA-38BE-4713-9CB7-17A5A52D9801}" type="sibTrans" cxnId="{2DAC8247-F7E4-4ED8-893B-994E5FC88F33}">
      <dgm:prSet/>
      <dgm:spPr/>
      <dgm:t>
        <a:bodyPr/>
        <a:lstStyle/>
        <a:p>
          <a:endParaRPr lang="en-US"/>
        </a:p>
      </dgm:t>
    </dgm:pt>
    <dgm:pt modelId="{8DDF95C6-8619-4149-B690-B83A129F5C8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Evaluate recovery strategies to restore allocation performance under disrupted conditions.</a:t>
          </a:r>
          <a:endParaRPr lang="en-US" dirty="0"/>
        </a:p>
      </dgm:t>
    </dgm:pt>
    <dgm:pt modelId="{27EE604A-B128-4064-8B5F-A5E9BAC9A78C}" type="parTrans" cxnId="{E17EA082-F30B-42A4-A361-918B7EDC7DDA}">
      <dgm:prSet/>
      <dgm:spPr/>
      <dgm:t>
        <a:bodyPr/>
        <a:lstStyle/>
        <a:p>
          <a:endParaRPr lang="en-US"/>
        </a:p>
      </dgm:t>
    </dgm:pt>
    <dgm:pt modelId="{65342FE1-6261-487A-AF21-025EC7BE6BD4}" type="sibTrans" cxnId="{E17EA082-F30B-42A4-A361-918B7EDC7DDA}">
      <dgm:prSet/>
      <dgm:spPr/>
      <dgm:t>
        <a:bodyPr/>
        <a:lstStyle/>
        <a:p>
          <a:endParaRPr lang="en-US"/>
        </a:p>
      </dgm:t>
    </dgm:pt>
    <dgm:pt modelId="{6EDD0D49-31CA-4335-A211-782BEBFB533D}" type="pres">
      <dgm:prSet presAssocID="{DFB398D5-B501-4437-B893-1E4CCD5C3A1B}" presName="Name0" presStyleCnt="0">
        <dgm:presLayoutVars>
          <dgm:dir/>
          <dgm:animLvl val="lvl"/>
          <dgm:resizeHandles val="exact"/>
        </dgm:presLayoutVars>
      </dgm:prSet>
      <dgm:spPr/>
    </dgm:pt>
    <dgm:pt modelId="{BCE972E6-82CC-446C-85F9-7A330861EA4E}" type="pres">
      <dgm:prSet presAssocID="{8F4F6137-3FF8-4966-8807-4F3016488708}" presName="composite" presStyleCnt="0"/>
      <dgm:spPr/>
    </dgm:pt>
    <dgm:pt modelId="{86F679D8-7E08-4B03-BFFC-CF69ADD366D0}" type="pres">
      <dgm:prSet presAssocID="{8F4F6137-3FF8-4966-8807-4F3016488708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B6FCE068-7082-4EE0-B8AA-128C686DB115}" type="pres">
      <dgm:prSet presAssocID="{8F4F6137-3FF8-4966-8807-4F3016488708}" presName="desTx" presStyleLbl="alignAccFollowNode1" presStyleIdx="0" presStyleCnt="5">
        <dgm:presLayoutVars>
          <dgm:bulletEnabled val="1"/>
        </dgm:presLayoutVars>
      </dgm:prSet>
      <dgm:spPr/>
    </dgm:pt>
    <dgm:pt modelId="{AE9D74BA-64E8-4037-B10C-FED01F08DB91}" type="pres">
      <dgm:prSet presAssocID="{452B2680-418C-40E2-A4AF-A2C6365DFD12}" presName="space" presStyleCnt="0"/>
      <dgm:spPr/>
    </dgm:pt>
    <dgm:pt modelId="{BB9600B3-8C2F-4BAA-83EC-7F01C3ED579F}" type="pres">
      <dgm:prSet presAssocID="{0D8CAC14-2F9B-4E29-AED0-E1D896335BC6}" presName="composite" presStyleCnt="0"/>
      <dgm:spPr/>
    </dgm:pt>
    <dgm:pt modelId="{9EB6C113-40DF-4889-A432-A0063222E712}" type="pres">
      <dgm:prSet presAssocID="{0D8CAC14-2F9B-4E29-AED0-E1D896335BC6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A97DAC28-1833-4201-9528-80580E672403}" type="pres">
      <dgm:prSet presAssocID="{0D8CAC14-2F9B-4E29-AED0-E1D896335BC6}" presName="desTx" presStyleLbl="alignAccFollowNode1" presStyleIdx="1" presStyleCnt="5">
        <dgm:presLayoutVars>
          <dgm:bulletEnabled val="1"/>
        </dgm:presLayoutVars>
      </dgm:prSet>
      <dgm:spPr/>
    </dgm:pt>
    <dgm:pt modelId="{262628F6-EEB0-4339-9AA5-5F267AE73194}" type="pres">
      <dgm:prSet presAssocID="{9C136B30-423C-40AE-A56E-F8ADBAF68436}" presName="space" presStyleCnt="0"/>
      <dgm:spPr/>
    </dgm:pt>
    <dgm:pt modelId="{15E21A0B-92AA-4B50-952D-754D31BDA4AA}" type="pres">
      <dgm:prSet presAssocID="{BFDEDFD1-2B2F-4106-A823-325D2A47CD52}" presName="composite" presStyleCnt="0"/>
      <dgm:spPr/>
    </dgm:pt>
    <dgm:pt modelId="{A5541B48-6F6F-4B1A-AC94-03113EC3D7B8}" type="pres">
      <dgm:prSet presAssocID="{BFDEDFD1-2B2F-4106-A823-325D2A47CD52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E5F94FF4-5488-46FB-8F11-F2687012764E}" type="pres">
      <dgm:prSet presAssocID="{BFDEDFD1-2B2F-4106-A823-325D2A47CD52}" presName="desTx" presStyleLbl="alignAccFollowNode1" presStyleIdx="2" presStyleCnt="5">
        <dgm:presLayoutVars>
          <dgm:bulletEnabled val="1"/>
        </dgm:presLayoutVars>
      </dgm:prSet>
      <dgm:spPr/>
    </dgm:pt>
    <dgm:pt modelId="{7868446C-F55D-45A4-92CF-E5121CB071F0}" type="pres">
      <dgm:prSet presAssocID="{AA1EB91F-EA2A-4741-A945-9FFF38A66404}" presName="space" presStyleCnt="0"/>
      <dgm:spPr/>
    </dgm:pt>
    <dgm:pt modelId="{343B08F6-4F37-49B6-A3FC-2F590372038E}" type="pres">
      <dgm:prSet presAssocID="{0B8E2A48-69E1-4582-9470-D3F4B8D9D526}" presName="composite" presStyleCnt="0"/>
      <dgm:spPr/>
    </dgm:pt>
    <dgm:pt modelId="{85A7E5E2-1612-4B93-AC97-3FD2DA74089D}" type="pres">
      <dgm:prSet presAssocID="{0B8E2A48-69E1-4582-9470-D3F4B8D9D526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2C458897-921E-4822-9073-DE6B62774BAB}" type="pres">
      <dgm:prSet presAssocID="{0B8E2A48-69E1-4582-9470-D3F4B8D9D526}" presName="desTx" presStyleLbl="alignAccFollowNode1" presStyleIdx="3" presStyleCnt="5">
        <dgm:presLayoutVars>
          <dgm:bulletEnabled val="1"/>
        </dgm:presLayoutVars>
      </dgm:prSet>
      <dgm:spPr/>
    </dgm:pt>
    <dgm:pt modelId="{C2B2E1A2-6FFC-4CEF-9D23-473408EC04A4}" type="pres">
      <dgm:prSet presAssocID="{F886558F-ED07-41E8-82F4-BD0DEBE16987}" presName="space" presStyleCnt="0"/>
      <dgm:spPr/>
    </dgm:pt>
    <dgm:pt modelId="{0444B24C-7612-4F97-8265-8CF8AE27B9F1}" type="pres">
      <dgm:prSet presAssocID="{A06ED2A6-F7D0-486F-9CF4-8940203DB3F0}" presName="composite" presStyleCnt="0"/>
      <dgm:spPr/>
    </dgm:pt>
    <dgm:pt modelId="{EB6B3538-A13C-46F3-877F-2F335C6F6CE6}" type="pres">
      <dgm:prSet presAssocID="{A06ED2A6-F7D0-486F-9CF4-8940203DB3F0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FFE3B1CE-5E18-4403-A16A-B1DCC98F0099}" type="pres">
      <dgm:prSet presAssocID="{A06ED2A6-F7D0-486F-9CF4-8940203DB3F0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A9E68804-17A8-461B-88C0-F774971C8308}" type="presOf" srcId="{8F4F6137-3FF8-4966-8807-4F3016488708}" destId="{86F679D8-7E08-4B03-BFFC-CF69ADD366D0}" srcOrd="0" destOrd="0" presId="urn:microsoft.com/office/officeart/2005/8/layout/hList1"/>
    <dgm:cxn modelId="{55C69C04-97CF-45D3-A919-9567FA66266E}" type="presOf" srcId="{268A2191-F05B-4A75-A388-2E95F7601A98}" destId="{A97DAC28-1833-4201-9528-80580E672403}" srcOrd="0" destOrd="0" presId="urn:microsoft.com/office/officeart/2005/8/layout/hList1"/>
    <dgm:cxn modelId="{A92C6805-CD10-47D3-ACAB-612C52208AAE}" type="presOf" srcId="{BC398A22-5FA1-430F-BC07-9ACBD1E5D506}" destId="{2C458897-921E-4822-9073-DE6B62774BAB}" srcOrd="0" destOrd="0" presId="urn:microsoft.com/office/officeart/2005/8/layout/hList1"/>
    <dgm:cxn modelId="{0F6C8419-0BB1-43B2-BA76-F4A703A28BD7}" srcId="{8F4F6137-3FF8-4966-8807-4F3016488708}" destId="{A437A513-0BB6-4394-A46E-1DC2EC3BCCA8}" srcOrd="1" destOrd="0" parTransId="{0CCE6B37-CF2E-4385-9A5D-CCB4E9F11772}" sibTransId="{45CB55BC-E692-409C-94C9-90DD6BA11538}"/>
    <dgm:cxn modelId="{83F8381D-89E1-4E53-8A94-953301AD8161}" type="presOf" srcId="{21ADC757-C2D3-4A8A-A89D-ACB3A193BD4D}" destId="{A97DAC28-1833-4201-9528-80580E672403}" srcOrd="0" destOrd="2" presId="urn:microsoft.com/office/officeart/2005/8/layout/hList1"/>
    <dgm:cxn modelId="{B5D3C223-1417-44FC-91AF-5CFF4434D2A1}" srcId="{8F4F6137-3FF8-4966-8807-4F3016488708}" destId="{B39FAF8F-A4D9-4D4E-8F50-1BB0B8D1204C}" srcOrd="2" destOrd="0" parTransId="{3CF150EE-2481-4968-AB48-ADCF03EE3256}" sibTransId="{462EB81E-A880-4115-9DD4-429D220C5831}"/>
    <dgm:cxn modelId="{BA8BE826-AE83-4FD3-825F-7BA05D6C003E}" srcId="{DFB398D5-B501-4437-B893-1E4CCD5C3A1B}" destId="{0B8E2A48-69E1-4582-9470-D3F4B8D9D526}" srcOrd="3" destOrd="0" parTransId="{392C7B23-50F5-4710-800C-26614EFE064F}" sibTransId="{F886558F-ED07-41E8-82F4-BD0DEBE16987}"/>
    <dgm:cxn modelId="{316E1560-7047-4392-B447-588362A7ED43}" type="presOf" srcId="{0D8CAC14-2F9B-4E29-AED0-E1D896335BC6}" destId="{9EB6C113-40DF-4889-A432-A0063222E712}" srcOrd="0" destOrd="0" presId="urn:microsoft.com/office/officeart/2005/8/layout/hList1"/>
    <dgm:cxn modelId="{1347D662-E171-41CE-97DC-337DB983C387}" type="presOf" srcId="{9F526BA4-EFA2-4424-ABA8-7F91D1E762CE}" destId="{FFE3B1CE-5E18-4403-A16A-B1DCC98F0099}" srcOrd="0" destOrd="0" presId="urn:microsoft.com/office/officeart/2005/8/layout/hList1"/>
    <dgm:cxn modelId="{23906F44-0035-4987-B995-17ACBF809BDB}" type="presOf" srcId="{60461ECF-FF61-4862-85D7-2F84BC495610}" destId="{E5F94FF4-5488-46FB-8F11-F2687012764E}" srcOrd="0" destOrd="0" presId="urn:microsoft.com/office/officeart/2005/8/layout/hList1"/>
    <dgm:cxn modelId="{E7007444-D04C-4422-96F1-16F563858CA1}" srcId="{BFDEDFD1-2B2F-4106-A823-325D2A47CD52}" destId="{60461ECF-FF61-4862-85D7-2F84BC495610}" srcOrd="0" destOrd="0" parTransId="{325DE1E9-1954-4CB5-8AD9-AFA1AE2D9A9F}" sibTransId="{4317173D-9FD4-4D79-8824-CC3E0A5633C7}"/>
    <dgm:cxn modelId="{2DAC8247-F7E4-4ED8-893B-994E5FC88F33}" srcId="{A06ED2A6-F7D0-486F-9CF4-8940203DB3F0}" destId="{9F526BA4-EFA2-4424-ABA8-7F91D1E762CE}" srcOrd="0" destOrd="0" parTransId="{CC5F98C7-316C-4A9F-BDC9-D0562904A796}" sibTransId="{F89501DA-38BE-4713-9CB7-17A5A52D9801}"/>
    <dgm:cxn modelId="{99398368-B1EB-481D-8FD5-F33FC3D5A1A7}" srcId="{DFB398D5-B501-4437-B893-1E4CCD5C3A1B}" destId="{8F4F6137-3FF8-4966-8807-4F3016488708}" srcOrd="0" destOrd="0" parTransId="{F16D82F7-9EF1-4CCE-A4C1-F3B25CC74EEF}" sibTransId="{452B2680-418C-40E2-A4AF-A2C6365DFD12}"/>
    <dgm:cxn modelId="{E6FE064C-6127-4387-A3D5-8E44F7CD599D}" type="presOf" srcId="{BFDEDFD1-2B2F-4106-A823-325D2A47CD52}" destId="{A5541B48-6F6F-4B1A-AC94-03113EC3D7B8}" srcOrd="0" destOrd="0" presId="urn:microsoft.com/office/officeart/2005/8/layout/hList1"/>
    <dgm:cxn modelId="{F007BD73-B430-44D1-888A-0B7ED54AE266}" srcId="{DFB398D5-B501-4437-B893-1E4CCD5C3A1B}" destId="{A06ED2A6-F7D0-486F-9CF4-8940203DB3F0}" srcOrd="4" destOrd="0" parTransId="{E7C9129A-0A4A-4D50-8845-7D1606FC6BB8}" sibTransId="{718D8F5E-C2A8-46CB-8A92-2CF4E74D890C}"/>
    <dgm:cxn modelId="{E17EA082-F30B-42A4-A361-918B7EDC7DDA}" srcId="{A06ED2A6-F7D0-486F-9CF4-8940203DB3F0}" destId="{8DDF95C6-8619-4149-B690-B83A129F5C80}" srcOrd="1" destOrd="0" parTransId="{27EE604A-B128-4064-8B5F-A5E9BAC9A78C}" sibTransId="{65342FE1-6261-487A-AF21-025EC7BE6BD4}"/>
    <dgm:cxn modelId="{F1819885-7A46-4650-8643-8E42915336DA}" srcId="{BFDEDFD1-2B2F-4106-A823-325D2A47CD52}" destId="{BCBE83FF-E041-4CDA-B959-4147BDA91605}" srcOrd="1" destOrd="0" parTransId="{F407E3FE-A004-407C-8887-E1BA44AF27FD}" sibTransId="{62EEA3CE-013A-4373-86A0-AE26844FF788}"/>
    <dgm:cxn modelId="{7F61C786-EBB4-4023-9F70-C06D24CE6611}" type="presOf" srcId="{9D4205DD-BC4D-435D-A0DA-A2C89E93DC3D}" destId="{A97DAC28-1833-4201-9528-80580E672403}" srcOrd="0" destOrd="3" presId="urn:microsoft.com/office/officeart/2005/8/layout/hList1"/>
    <dgm:cxn modelId="{2740CD88-A978-4EAE-80EC-35D77BF13A3D}" srcId="{0D8CAC14-2F9B-4E29-AED0-E1D896335BC6}" destId="{268A2191-F05B-4A75-A388-2E95F7601A98}" srcOrd="0" destOrd="0" parTransId="{D3E3D912-F656-4CFA-A62C-0939BFEF5B8E}" sibTransId="{5E021BD1-F027-41CD-BB1B-9B329EB23B8C}"/>
    <dgm:cxn modelId="{E69BFB8D-2204-476D-89F4-FFD027F0DFA1}" type="presOf" srcId="{A437A513-0BB6-4394-A46E-1DC2EC3BCCA8}" destId="{B6FCE068-7082-4EE0-B8AA-128C686DB115}" srcOrd="0" destOrd="1" presId="urn:microsoft.com/office/officeart/2005/8/layout/hList1"/>
    <dgm:cxn modelId="{3F97518E-E5F4-4139-AA27-D465C980868F}" srcId="{0B8E2A48-69E1-4582-9470-D3F4B8D9D526}" destId="{BC398A22-5FA1-430F-BC07-9ACBD1E5D506}" srcOrd="0" destOrd="0" parTransId="{CEEF178A-F05E-4D00-BFB0-DB826986AE94}" sibTransId="{28EAFE56-3E4D-4AB2-8830-3EA565B9C7B8}"/>
    <dgm:cxn modelId="{7052C197-9570-4A63-8DB0-A276123FD0CD}" type="presOf" srcId="{8DDF95C6-8619-4149-B690-B83A129F5C80}" destId="{FFE3B1CE-5E18-4403-A16A-B1DCC98F0099}" srcOrd="0" destOrd="1" presId="urn:microsoft.com/office/officeart/2005/8/layout/hList1"/>
    <dgm:cxn modelId="{7BF76999-3BE0-475D-B31D-58DC17456418}" type="presOf" srcId="{DFB398D5-B501-4437-B893-1E4CCD5C3A1B}" destId="{6EDD0D49-31CA-4335-A211-782BEBFB533D}" srcOrd="0" destOrd="0" presId="urn:microsoft.com/office/officeart/2005/8/layout/hList1"/>
    <dgm:cxn modelId="{1D589B9D-7FC7-44B3-9042-6FD1E725E6AB}" srcId="{DFB398D5-B501-4437-B893-1E4CCD5C3A1B}" destId="{0D8CAC14-2F9B-4E29-AED0-E1D896335BC6}" srcOrd="1" destOrd="0" parTransId="{77D37F0F-F3E8-4E87-91BD-E596D08EAE86}" sibTransId="{9C136B30-423C-40AE-A56E-F8ADBAF68436}"/>
    <dgm:cxn modelId="{D221C6A2-EB0B-4CDD-B29B-2147F9EBD764}" type="presOf" srcId="{A06ED2A6-F7D0-486F-9CF4-8940203DB3F0}" destId="{EB6B3538-A13C-46F3-877F-2F335C6F6CE6}" srcOrd="0" destOrd="0" presId="urn:microsoft.com/office/officeart/2005/8/layout/hList1"/>
    <dgm:cxn modelId="{AD760EA9-46EF-4D45-8E43-2AF6484B11FE}" srcId="{0D8CAC14-2F9B-4E29-AED0-E1D896335BC6}" destId="{21ADC757-C2D3-4A8A-A89D-ACB3A193BD4D}" srcOrd="2" destOrd="0" parTransId="{BA8A8CCF-6A49-493D-AE18-2378883F2C3D}" sibTransId="{117C404E-05A2-4F6E-ABC2-7227B7B402F5}"/>
    <dgm:cxn modelId="{A7FBA6B0-5D97-4D25-B1A1-230C894688C4}" type="presOf" srcId="{0EAC59B2-CD29-4190-9508-E175F72F8E2D}" destId="{2C458897-921E-4822-9073-DE6B62774BAB}" srcOrd="0" destOrd="1" presId="urn:microsoft.com/office/officeart/2005/8/layout/hList1"/>
    <dgm:cxn modelId="{901DCCB3-D628-4C4D-B6B5-E1973B504B76}" srcId="{8F4F6137-3FF8-4966-8807-4F3016488708}" destId="{18FCB17B-512C-425F-BFDA-BCA8FCD63CF1}" srcOrd="0" destOrd="0" parTransId="{E65C8498-6F94-44C1-905B-45CFFC09A5F6}" sibTransId="{C9B2A0E3-4DC8-40D8-ACB0-7E0EA5C65390}"/>
    <dgm:cxn modelId="{8CE225BB-1E47-426C-BBEE-A410BFA22429}" type="presOf" srcId="{0B8E2A48-69E1-4582-9470-D3F4B8D9D526}" destId="{85A7E5E2-1612-4B93-AC97-3FD2DA74089D}" srcOrd="0" destOrd="0" presId="urn:microsoft.com/office/officeart/2005/8/layout/hList1"/>
    <dgm:cxn modelId="{47908AC7-43E2-4FFB-B857-2BD4A2D93046}" type="presOf" srcId="{18FCB17B-512C-425F-BFDA-BCA8FCD63CF1}" destId="{B6FCE068-7082-4EE0-B8AA-128C686DB115}" srcOrd="0" destOrd="0" presId="urn:microsoft.com/office/officeart/2005/8/layout/hList1"/>
    <dgm:cxn modelId="{DAF196CC-0BDB-48F6-B63D-42155738F0CF}" srcId="{0D8CAC14-2F9B-4E29-AED0-E1D896335BC6}" destId="{9D4205DD-BC4D-435D-A0DA-A2C89E93DC3D}" srcOrd="3" destOrd="0" parTransId="{33E6CB0B-1F01-4B6E-B353-E259776F108B}" sibTransId="{296EC7D7-C63A-4D03-AB49-7E1E476E4B77}"/>
    <dgm:cxn modelId="{91545FD2-66E2-449C-999E-B6AC38B937CC}" type="presOf" srcId="{B39FAF8F-A4D9-4D4E-8F50-1BB0B8D1204C}" destId="{B6FCE068-7082-4EE0-B8AA-128C686DB115}" srcOrd="0" destOrd="2" presId="urn:microsoft.com/office/officeart/2005/8/layout/hList1"/>
    <dgm:cxn modelId="{660C13DD-B05A-4ED0-819D-5F5FEDEEF9DE}" type="presOf" srcId="{2BEA3805-04D0-4964-8F36-6A5639B543A3}" destId="{A97DAC28-1833-4201-9528-80580E672403}" srcOrd="0" destOrd="1" presId="urn:microsoft.com/office/officeart/2005/8/layout/hList1"/>
    <dgm:cxn modelId="{9E0A65DF-D831-4528-8FD2-92E7C0BCF5F4}" srcId="{DFB398D5-B501-4437-B893-1E4CCD5C3A1B}" destId="{BFDEDFD1-2B2F-4106-A823-325D2A47CD52}" srcOrd="2" destOrd="0" parTransId="{78B4A09C-2A37-4332-88BA-64E094A18A2E}" sibTransId="{AA1EB91F-EA2A-4741-A945-9FFF38A66404}"/>
    <dgm:cxn modelId="{274C7CE3-8B7D-4092-AEBE-D2F9FE0BCDFE}" srcId="{0B8E2A48-69E1-4582-9470-D3F4B8D9D526}" destId="{0EAC59B2-CD29-4190-9508-E175F72F8E2D}" srcOrd="1" destOrd="0" parTransId="{5EF83343-46BB-4042-8A95-E3704BB2EC82}" sibTransId="{DB3D8FA8-B3F7-4D54-AB68-1C56F299F14D}"/>
    <dgm:cxn modelId="{587E5AE6-14C9-4EA7-B9C0-0E482D770BDE}" type="presOf" srcId="{BCBE83FF-E041-4CDA-B959-4147BDA91605}" destId="{E5F94FF4-5488-46FB-8F11-F2687012764E}" srcOrd="0" destOrd="1" presId="urn:microsoft.com/office/officeart/2005/8/layout/hList1"/>
    <dgm:cxn modelId="{592645F1-33D5-4141-9C8E-5D6E08CAD6F6}" srcId="{0D8CAC14-2F9B-4E29-AED0-E1D896335BC6}" destId="{2BEA3805-04D0-4964-8F36-6A5639B543A3}" srcOrd="1" destOrd="0" parTransId="{2B21FA09-A083-4126-A39A-BC2827BE0EC7}" sibTransId="{EEDD8580-F721-4218-A113-A3E92C65BEC1}"/>
    <dgm:cxn modelId="{80DCA724-471B-4F27-806A-1F75F9F29562}" type="presParOf" srcId="{6EDD0D49-31CA-4335-A211-782BEBFB533D}" destId="{BCE972E6-82CC-446C-85F9-7A330861EA4E}" srcOrd="0" destOrd="0" presId="urn:microsoft.com/office/officeart/2005/8/layout/hList1"/>
    <dgm:cxn modelId="{17DABB00-2CA2-43DE-84AF-86F384B2A071}" type="presParOf" srcId="{BCE972E6-82CC-446C-85F9-7A330861EA4E}" destId="{86F679D8-7E08-4B03-BFFC-CF69ADD366D0}" srcOrd="0" destOrd="0" presId="urn:microsoft.com/office/officeart/2005/8/layout/hList1"/>
    <dgm:cxn modelId="{279F7995-1397-4B7D-95EA-1487BF465CFB}" type="presParOf" srcId="{BCE972E6-82CC-446C-85F9-7A330861EA4E}" destId="{B6FCE068-7082-4EE0-B8AA-128C686DB115}" srcOrd="1" destOrd="0" presId="urn:microsoft.com/office/officeart/2005/8/layout/hList1"/>
    <dgm:cxn modelId="{20A6ABF5-B722-436A-972F-48D9BAF20DB3}" type="presParOf" srcId="{6EDD0D49-31CA-4335-A211-782BEBFB533D}" destId="{AE9D74BA-64E8-4037-B10C-FED01F08DB91}" srcOrd="1" destOrd="0" presId="urn:microsoft.com/office/officeart/2005/8/layout/hList1"/>
    <dgm:cxn modelId="{FB2CB2D7-4B5C-43A0-9D91-11CA62F1D072}" type="presParOf" srcId="{6EDD0D49-31CA-4335-A211-782BEBFB533D}" destId="{BB9600B3-8C2F-4BAA-83EC-7F01C3ED579F}" srcOrd="2" destOrd="0" presId="urn:microsoft.com/office/officeart/2005/8/layout/hList1"/>
    <dgm:cxn modelId="{1CBB62C8-79CC-4D90-9425-DC702A5F0616}" type="presParOf" srcId="{BB9600B3-8C2F-4BAA-83EC-7F01C3ED579F}" destId="{9EB6C113-40DF-4889-A432-A0063222E712}" srcOrd="0" destOrd="0" presId="urn:microsoft.com/office/officeart/2005/8/layout/hList1"/>
    <dgm:cxn modelId="{0B86AEA0-D0ED-44B2-B08D-8CA8A69BB939}" type="presParOf" srcId="{BB9600B3-8C2F-4BAA-83EC-7F01C3ED579F}" destId="{A97DAC28-1833-4201-9528-80580E672403}" srcOrd="1" destOrd="0" presId="urn:microsoft.com/office/officeart/2005/8/layout/hList1"/>
    <dgm:cxn modelId="{486DDF29-AA12-4211-A48C-0AF2FFC85635}" type="presParOf" srcId="{6EDD0D49-31CA-4335-A211-782BEBFB533D}" destId="{262628F6-EEB0-4339-9AA5-5F267AE73194}" srcOrd="3" destOrd="0" presId="urn:microsoft.com/office/officeart/2005/8/layout/hList1"/>
    <dgm:cxn modelId="{5973E4AF-FB80-4A53-8473-CBDAF4B643E9}" type="presParOf" srcId="{6EDD0D49-31CA-4335-A211-782BEBFB533D}" destId="{15E21A0B-92AA-4B50-952D-754D31BDA4AA}" srcOrd="4" destOrd="0" presId="urn:microsoft.com/office/officeart/2005/8/layout/hList1"/>
    <dgm:cxn modelId="{D9BE0304-BF3E-4D96-B75F-8AA92378F50F}" type="presParOf" srcId="{15E21A0B-92AA-4B50-952D-754D31BDA4AA}" destId="{A5541B48-6F6F-4B1A-AC94-03113EC3D7B8}" srcOrd="0" destOrd="0" presId="urn:microsoft.com/office/officeart/2005/8/layout/hList1"/>
    <dgm:cxn modelId="{691B0EE0-E2D8-4103-BC8C-55AEC086F6A3}" type="presParOf" srcId="{15E21A0B-92AA-4B50-952D-754D31BDA4AA}" destId="{E5F94FF4-5488-46FB-8F11-F2687012764E}" srcOrd="1" destOrd="0" presId="urn:microsoft.com/office/officeart/2005/8/layout/hList1"/>
    <dgm:cxn modelId="{A45B21FF-BF6D-4B0D-A607-2156AAF1DD01}" type="presParOf" srcId="{6EDD0D49-31CA-4335-A211-782BEBFB533D}" destId="{7868446C-F55D-45A4-92CF-E5121CB071F0}" srcOrd="5" destOrd="0" presId="urn:microsoft.com/office/officeart/2005/8/layout/hList1"/>
    <dgm:cxn modelId="{C46223DC-76F2-4754-8E5C-EFE85D350113}" type="presParOf" srcId="{6EDD0D49-31CA-4335-A211-782BEBFB533D}" destId="{343B08F6-4F37-49B6-A3FC-2F590372038E}" srcOrd="6" destOrd="0" presId="urn:microsoft.com/office/officeart/2005/8/layout/hList1"/>
    <dgm:cxn modelId="{44EA1EBA-9B8A-4314-97B3-1C3AF43C55EF}" type="presParOf" srcId="{343B08F6-4F37-49B6-A3FC-2F590372038E}" destId="{85A7E5E2-1612-4B93-AC97-3FD2DA74089D}" srcOrd="0" destOrd="0" presId="urn:microsoft.com/office/officeart/2005/8/layout/hList1"/>
    <dgm:cxn modelId="{B91ADAEA-65FC-4913-9B1E-ADC1716E037F}" type="presParOf" srcId="{343B08F6-4F37-49B6-A3FC-2F590372038E}" destId="{2C458897-921E-4822-9073-DE6B62774BAB}" srcOrd="1" destOrd="0" presId="urn:microsoft.com/office/officeart/2005/8/layout/hList1"/>
    <dgm:cxn modelId="{EE81D324-A5F0-4331-A128-AF3AC3E34567}" type="presParOf" srcId="{6EDD0D49-31CA-4335-A211-782BEBFB533D}" destId="{C2B2E1A2-6FFC-4CEF-9D23-473408EC04A4}" srcOrd="7" destOrd="0" presId="urn:microsoft.com/office/officeart/2005/8/layout/hList1"/>
    <dgm:cxn modelId="{448CAA9F-A176-41D4-930E-B6507F87717D}" type="presParOf" srcId="{6EDD0D49-31CA-4335-A211-782BEBFB533D}" destId="{0444B24C-7612-4F97-8265-8CF8AE27B9F1}" srcOrd="8" destOrd="0" presId="urn:microsoft.com/office/officeart/2005/8/layout/hList1"/>
    <dgm:cxn modelId="{C732B120-AFFC-45BE-9DE1-428CFC693138}" type="presParOf" srcId="{0444B24C-7612-4F97-8265-8CF8AE27B9F1}" destId="{EB6B3538-A13C-46F3-877F-2F335C6F6CE6}" srcOrd="0" destOrd="0" presId="urn:microsoft.com/office/officeart/2005/8/layout/hList1"/>
    <dgm:cxn modelId="{D36EE4D4-C8E0-4DCA-A3B7-889EF96B2B3F}" type="presParOf" srcId="{0444B24C-7612-4F97-8265-8CF8AE27B9F1}" destId="{FFE3B1CE-5E18-4403-A16A-B1DCC98F009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15530AD-8C64-453A-84A6-5F71987871AF}" type="doc">
      <dgm:prSet loTypeId="urn:microsoft.com/office/officeart/2005/8/layout/hList1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BC12638-71A2-47B4-9285-5BD9503DB971}">
      <dgm:prSet phldrT="[Text]"/>
      <dgm:spPr/>
      <dgm:t>
        <a:bodyPr/>
        <a:lstStyle/>
        <a:p>
          <a:pPr>
            <a:buNone/>
          </a:pPr>
          <a:r>
            <a:rPr lang="en-US" b="1" dirty="0">
              <a:solidFill>
                <a:schemeClr val="tx2"/>
              </a:solidFill>
            </a:rPr>
            <a:t>Phase 0</a:t>
          </a:r>
        </a:p>
      </dgm:t>
    </dgm:pt>
    <dgm:pt modelId="{DB995176-AC8A-46A6-80E7-7C1F0EFEAAFF}" type="parTrans" cxnId="{0E0B3DBF-F62E-4BBE-960A-E2504E3AB3A0}">
      <dgm:prSet/>
      <dgm:spPr/>
      <dgm:t>
        <a:bodyPr/>
        <a:lstStyle/>
        <a:p>
          <a:endParaRPr lang="en-US"/>
        </a:p>
      </dgm:t>
    </dgm:pt>
    <dgm:pt modelId="{C65DC060-3725-4199-B7C5-7A4E09560AC4}" type="sibTrans" cxnId="{0E0B3DBF-F62E-4BBE-960A-E2504E3AB3A0}">
      <dgm:prSet/>
      <dgm:spPr/>
      <dgm:t>
        <a:bodyPr/>
        <a:lstStyle/>
        <a:p>
          <a:endParaRPr lang="en-US"/>
        </a:p>
      </dgm:t>
    </dgm:pt>
    <dgm:pt modelId="{BAC4DF58-4D24-402A-8740-938DDE55E55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Walmart Store Sales dataset used for modeling inventory demand</a:t>
          </a:r>
        </a:p>
      </dgm:t>
    </dgm:pt>
    <dgm:pt modelId="{C18BB029-37CE-4049-8A12-E47536751B53}" type="parTrans" cxnId="{7FDA2B03-20EF-4E1D-8F46-123B7989CC09}">
      <dgm:prSet/>
      <dgm:spPr/>
      <dgm:t>
        <a:bodyPr/>
        <a:lstStyle/>
        <a:p>
          <a:endParaRPr lang="en-US"/>
        </a:p>
      </dgm:t>
    </dgm:pt>
    <dgm:pt modelId="{0358677B-1C46-4044-8DEC-89D6D4AAA202}" type="sibTrans" cxnId="{7FDA2B03-20EF-4E1D-8F46-123B7989CC09}">
      <dgm:prSet/>
      <dgm:spPr/>
      <dgm:t>
        <a:bodyPr/>
        <a:lstStyle/>
        <a:p>
          <a:endParaRPr lang="en-US"/>
        </a:p>
      </dgm:t>
    </dgm:pt>
    <dgm:pt modelId="{D4CE13B8-90EB-4E8B-9A66-9ED4C35DF483}">
      <dgm:prSet/>
      <dgm:spPr/>
      <dgm:t>
        <a:bodyPr/>
        <a:lstStyle/>
        <a:p>
          <a:pPr>
            <a:buNone/>
          </a:pPr>
          <a:r>
            <a:rPr lang="en-US" b="1" dirty="0">
              <a:solidFill>
                <a:schemeClr val="tx2"/>
              </a:solidFill>
            </a:rPr>
            <a:t>Phase 1</a:t>
          </a:r>
        </a:p>
      </dgm:t>
    </dgm:pt>
    <dgm:pt modelId="{CFEB79D8-FB8E-4772-8E1D-FAB334847D6F}" type="parTrans" cxnId="{B7DF2B68-E65A-4CFC-B130-ADAFC1C5D499}">
      <dgm:prSet/>
      <dgm:spPr/>
      <dgm:t>
        <a:bodyPr/>
        <a:lstStyle/>
        <a:p>
          <a:endParaRPr lang="en-US"/>
        </a:p>
      </dgm:t>
    </dgm:pt>
    <dgm:pt modelId="{F19E0AD9-129D-4A82-9B5F-7EE9206A733E}" type="sibTrans" cxnId="{B7DF2B68-E65A-4CFC-B130-ADAFC1C5D499}">
      <dgm:prSet/>
      <dgm:spPr/>
      <dgm:t>
        <a:bodyPr/>
        <a:lstStyle/>
        <a:p>
          <a:endParaRPr lang="en-US"/>
        </a:p>
      </dgm:t>
    </dgm:pt>
    <dgm:pt modelId="{68428EBC-A647-4FC8-9797-0F498DCF6FA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Developed baseline inventory allocation decision system</a:t>
          </a:r>
        </a:p>
      </dgm:t>
    </dgm:pt>
    <dgm:pt modelId="{3EFEB1C1-ACC2-4980-BAC0-18C88C7C495A}" type="parTrans" cxnId="{6F7A7851-CF7E-4512-8535-83AC31957A94}">
      <dgm:prSet/>
      <dgm:spPr/>
      <dgm:t>
        <a:bodyPr/>
        <a:lstStyle/>
        <a:p>
          <a:endParaRPr lang="en-US"/>
        </a:p>
      </dgm:t>
    </dgm:pt>
    <dgm:pt modelId="{964B0690-DEA2-4EF1-B7C5-7E9CA2189E48}" type="sibTrans" cxnId="{6F7A7851-CF7E-4512-8535-83AC31957A94}">
      <dgm:prSet/>
      <dgm:spPr/>
      <dgm:t>
        <a:bodyPr/>
        <a:lstStyle/>
        <a:p>
          <a:endParaRPr lang="en-US"/>
        </a:p>
      </dgm:t>
    </dgm:pt>
    <dgm:pt modelId="{5FBB94F5-A0B9-47BD-95B5-AC5AC17FE600}">
      <dgm:prSet/>
      <dgm:spPr/>
      <dgm:t>
        <a:bodyPr/>
        <a:lstStyle/>
        <a:p>
          <a:pPr>
            <a:buNone/>
          </a:pPr>
          <a:r>
            <a:rPr lang="en-US" b="1" dirty="0">
              <a:solidFill>
                <a:schemeClr val="tx2"/>
              </a:solidFill>
            </a:rPr>
            <a:t>Results</a:t>
          </a:r>
        </a:p>
      </dgm:t>
    </dgm:pt>
    <dgm:pt modelId="{F942112E-C356-44A6-AF17-0AC53753F535}" type="parTrans" cxnId="{07123F18-3046-471C-84AF-E886F68A66B9}">
      <dgm:prSet/>
      <dgm:spPr/>
      <dgm:t>
        <a:bodyPr/>
        <a:lstStyle/>
        <a:p>
          <a:endParaRPr lang="en-US"/>
        </a:p>
      </dgm:t>
    </dgm:pt>
    <dgm:pt modelId="{CF53EBBA-1626-45AD-8770-C05954DBCD57}" type="sibTrans" cxnId="{07123F18-3046-471C-84AF-E886F68A66B9}">
      <dgm:prSet/>
      <dgm:spPr/>
      <dgm:t>
        <a:bodyPr/>
        <a:lstStyle/>
        <a:p>
          <a:endParaRPr lang="en-US"/>
        </a:p>
      </dgm:t>
    </dgm:pt>
    <dgm:pt modelId="{5CF84451-F1F2-45C3-92EE-9091A28651F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Data preprocessing, exploratory analysis, and demand variability assessment</a:t>
          </a:r>
        </a:p>
      </dgm:t>
    </dgm:pt>
    <dgm:pt modelId="{BF7DB7B6-A17B-476E-9397-D9CC6237C48F}" type="parTrans" cxnId="{A2EA47B5-D891-4749-89FF-3AEFCEF16E46}">
      <dgm:prSet/>
      <dgm:spPr/>
      <dgm:t>
        <a:bodyPr/>
        <a:lstStyle/>
        <a:p>
          <a:endParaRPr lang="en-US"/>
        </a:p>
      </dgm:t>
    </dgm:pt>
    <dgm:pt modelId="{B3930BC7-5BB0-46A5-8CFD-2B55D35F6330}" type="sibTrans" cxnId="{A2EA47B5-D891-4749-89FF-3AEFCEF16E46}">
      <dgm:prSet/>
      <dgm:spPr/>
      <dgm:t>
        <a:bodyPr/>
        <a:lstStyle/>
        <a:p>
          <a:endParaRPr lang="en-US"/>
        </a:p>
      </dgm:t>
    </dgm:pt>
    <dgm:pt modelId="{F54F25F4-A87F-436C-86D1-CE04AE4D51E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Identification of store-department demand patterns and seasonal effects</a:t>
          </a:r>
        </a:p>
      </dgm:t>
    </dgm:pt>
    <dgm:pt modelId="{50C57BC4-F9E8-4006-BC94-7E2040BE8DDC}" type="parTrans" cxnId="{3C5BBB2A-0816-43AB-80D6-C2D78C80AA9A}">
      <dgm:prSet/>
      <dgm:spPr/>
      <dgm:t>
        <a:bodyPr/>
        <a:lstStyle/>
        <a:p>
          <a:endParaRPr lang="en-US"/>
        </a:p>
      </dgm:t>
    </dgm:pt>
    <dgm:pt modelId="{4182D85F-C724-4E65-A40F-657AA195BBE4}" type="sibTrans" cxnId="{3C5BBB2A-0816-43AB-80D6-C2D78C80AA9A}">
      <dgm:prSet/>
      <dgm:spPr/>
      <dgm:t>
        <a:bodyPr/>
        <a:lstStyle/>
        <a:p>
          <a:endParaRPr lang="en-US"/>
        </a:p>
      </dgm:t>
    </dgm:pt>
    <dgm:pt modelId="{EA5672CB-C08F-47A8-A68D-4F60F5C3829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Defined performance metrics: service level, unmet demand, overstock</a:t>
          </a:r>
        </a:p>
      </dgm:t>
    </dgm:pt>
    <dgm:pt modelId="{C64BFB23-4CC8-48B0-A724-08F87E1A87CF}" type="parTrans" cxnId="{302CD33D-C53A-4761-9FFB-566E6F4DED2E}">
      <dgm:prSet/>
      <dgm:spPr/>
      <dgm:t>
        <a:bodyPr/>
        <a:lstStyle/>
        <a:p>
          <a:endParaRPr lang="en-US"/>
        </a:p>
      </dgm:t>
    </dgm:pt>
    <dgm:pt modelId="{DA98375C-F21A-4EF7-8679-ACCD70391072}" type="sibTrans" cxnId="{302CD33D-C53A-4761-9FFB-566E6F4DED2E}">
      <dgm:prSet/>
      <dgm:spPr/>
      <dgm:t>
        <a:bodyPr/>
        <a:lstStyle/>
        <a:p>
          <a:endParaRPr lang="en-US"/>
        </a:p>
      </dgm:t>
    </dgm:pt>
    <dgm:pt modelId="{BA1D78B0-6271-41B8-9F91-D196ADA4A16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Baseline system establishes reference </a:t>
          </a:r>
          <a:r>
            <a:rPr lang="en-US" dirty="0" err="1"/>
            <a:t>behaviour</a:t>
          </a:r>
          <a:r>
            <a:rPr lang="en-US" dirty="0"/>
            <a:t> under stable conditions</a:t>
          </a:r>
        </a:p>
      </dgm:t>
    </dgm:pt>
    <dgm:pt modelId="{BF732617-0AA8-4E0A-B692-0FE367631329}" type="parTrans" cxnId="{9B70B5F4-1190-46CF-BD62-09041884CCB4}">
      <dgm:prSet/>
      <dgm:spPr/>
      <dgm:t>
        <a:bodyPr/>
        <a:lstStyle/>
        <a:p>
          <a:endParaRPr lang="en-US"/>
        </a:p>
      </dgm:t>
    </dgm:pt>
    <dgm:pt modelId="{A5693FE6-4E5B-42A1-BDD4-842488DA1EF1}" type="sibTrans" cxnId="{9B70B5F4-1190-46CF-BD62-09041884CCB4}">
      <dgm:prSet/>
      <dgm:spPr/>
      <dgm:t>
        <a:bodyPr/>
        <a:lstStyle/>
        <a:p>
          <a:endParaRPr lang="en-US"/>
        </a:p>
      </dgm:t>
    </dgm:pt>
    <dgm:pt modelId="{C610D41C-9CDD-4AF4-B928-E6F202F322B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Baseline service level ≈ </a:t>
          </a:r>
          <a:r>
            <a:rPr lang="en-US" b="1" dirty="0"/>
            <a:t>0.92</a:t>
          </a:r>
          <a:endParaRPr lang="en-US" dirty="0"/>
        </a:p>
      </dgm:t>
    </dgm:pt>
    <dgm:pt modelId="{D344B6D9-B309-4ACF-AE4F-9A441F330EE1}" type="parTrans" cxnId="{C771D026-B02E-42AC-B246-F7EDD023F956}">
      <dgm:prSet/>
      <dgm:spPr/>
      <dgm:t>
        <a:bodyPr/>
        <a:lstStyle/>
        <a:p>
          <a:endParaRPr lang="en-US"/>
        </a:p>
      </dgm:t>
    </dgm:pt>
    <dgm:pt modelId="{05CA398A-2BEC-4572-8BC4-CD21C1DB809A}" type="sibTrans" cxnId="{C771D026-B02E-42AC-B246-F7EDD023F956}">
      <dgm:prSet/>
      <dgm:spPr/>
      <dgm:t>
        <a:bodyPr/>
        <a:lstStyle/>
        <a:p>
          <a:endParaRPr lang="en-US"/>
        </a:p>
      </dgm:t>
    </dgm:pt>
    <dgm:pt modelId="{0BACD18B-E4EE-46F3-BD80-9D160B2A8C6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Demand heterogeneity observed across stores</a:t>
          </a:r>
        </a:p>
      </dgm:t>
    </dgm:pt>
    <dgm:pt modelId="{BE9A09D8-39B3-4551-9F5A-60A4887C2F3D}" type="parTrans" cxnId="{FE4CB26A-6FDF-4C59-9F1B-A2F526C401C1}">
      <dgm:prSet/>
      <dgm:spPr/>
      <dgm:t>
        <a:bodyPr/>
        <a:lstStyle/>
        <a:p>
          <a:endParaRPr lang="en-US"/>
        </a:p>
      </dgm:t>
    </dgm:pt>
    <dgm:pt modelId="{501E74E0-088E-4C84-B506-845AE035AB2F}" type="sibTrans" cxnId="{FE4CB26A-6FDF-4C59-9F1B-A2F526C401C1}">
      <dgm:prSet/>
      <dgm:spPr/>
      <dgm:t>
        <a:bodyPr/>
        <a:lstStyle/>
        <a:p>
          <a:endParaRPr lang="en-US"/>
        </a:p>
      </dgm:t>
    </dgm:pt>
    <dgm:pt modelId="{B8A70286-F12D-41F8-9DC3-A3AC438BEDF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Holiday periods cause strong demand volatility</a:t>
          </a:r>
        </a:p>
      </dgm:t>
    </dgm:pt>
    <dgm:pt modelId="{77B04504-5CF2-4A24-9FFD-C8D5B97A7A85}" type="parTrans" cxnId="{C5CB127D-31E0-415A-B11F-C577E0494BF7}">
      <dgm:prSet/>
      <dgm:spPr/>
      <dgm:t>
        <a:bodyPr/>
        <a:lstStyle/>
        <a:p>
          <a:endParaRPr lang="en-US"/>
        </a:p>
      </dgm:t>
    </dgm:pt>
    <dgm:pt modelId="{02A4CB3A-7F85-4019-A78B-4508A701A8FA}" type="sibTrans" cxnId="{C5CB127D-31E0-415A-B11F-C577E0494BF7}">
      <dgm:prSet/>
      <dgm:spPr/>
      <dgm:t>
        <a:bodyPr/>
        <a:lstStyle/>
        <a:p>
          <a:endParaRPr lang="en-US"/>
        </a:p>
      </dgm:t>
    </dgm:pt>
    <dgm:pt modelId="{7D46CA2F-2D82-4C9F-B1EF-6355FBA6DD75}" type="pres">
      <dgm:prSet presAssocID="{A15530AD-8C64-453A-84A6-5F71987871AF}" presName="Name0" presStyleCnt="0">
        <dgm:presLayoutVars>
          <dgm:dir/>
          <dgm:animLvl val="lvl"/>
          <dgm:resizeHandles val="exact"/>
        </dgm:presLayoutVars>
      </dgm:prSet>
      <dgm:spPr/>
    </dgm:pt>
    <dgm:pt modelId="{EE84263E-C3A0-4E73-812A-5CFDDA075D9A}" type="pres">
      <dgm:prSet presAssocID="{1BC12638-71A2-47B4-9285-5BD9503DB971}" presName="composite" presStyleCnt="0"/>
      <dgm:spPr/>
    </dgm:pt>
    <dgm:pt modelId="{7A963FF7-6E52-42DD-A4B5-D2EC26C983AC}" type="pres">
      <dgm:prSet presAssocID="{1BC12638-71A2-47B4-9285-5BD9503DB971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2448C69-64B3-42F0-A2B9-6DBD9B4A3754}" type="pres">
      <dgm:prSet presAssocID="{1BC12638-71A2-47B4-9285-5BD9503DB971}" presName="desTx" presStyleLbl="alignAccFollowNode1" presStyleIdx="0" presStyleCnt="3">
        <dgm:presLayoutVars>
          <dgm:bulletEnabled val="1"/>
        </dgm:presLayoutVars>
      </dgm:prSet>
      <dgm:spPr/>
    </dgm:pt>
    <dgm:pt modelId="{0B978E7F-7740-4158-B594-06E600B1FBBE}" type="pres">
      <dgm:prSet presAssocID="{C65DC060-3725-4199-B7C5-7A4E09560AC4}" presName="space" presStyleCnt="0"/>
      <dgm:spPr/>
    </dgm:pt>
    <dgm:pt modelId="{92517BB2-02AE-4DB5-BADC-5DBE4C487A8F}" type="pres">
      <dgm:prSet presAssocID="{D4CE13B8-90EB-4E8B-9A66-9ED4C35DF483}" presName="composite" presStyleCnt="0"/>
      <dgm:spPr/>
    </dgm:pt>
    <dgm:pt modelId="{89EF4872-598F-44A0-A9E0-36C1720AA92E}" type="pres">
      <dgm:prSet presAssocID="{D4CE13B8-90EB-4E8B-9A66-9ED4C35DF483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0E6FFBE-5F6B-431B-9E88-550ECA2FE19B}" type="pres">
      <dgm:prSet presAssocID="{D4CE13B8-90EB-4E8B-9A66-9ED4C35DF483}" presName="desTx" presStyleLbl="alignAccFollowNode1" presStyleIdx="1" presStyleCnt="3">
        <dgm:presLayoutVars>
          <dgm:bulletEnabled val="1"/>
        </dgm:presLayoutVars>
      </dgm:prSet>
      <dgm:spPr/>
    </dgm:pt>
    <dgm:pt modelId="{F106EC03-3A00-4FCB-8979-22D0EAE3058A}" type="pres">
      <dgm:prSet presAssocID="{F19E0AD9-129D-4A82-9B5F-7EE9206A733E}" presName="space" presStyleCnt="0"/>
      <dgm:spPr/>
    </dgm:pt>
    <dgm:pt modelId="{635BCEB5-AE2A-401B-938A-BA96F4C5D5A2}" type="pres">
      <dgm:prSet presAssocID="{5FBB94F5-A0B9-47BD-95B5-AC5AC17FE600}" presName="composite" presStyleCnt="0"/>
      <dgm:spPr/>
    </dgm:pt>
    <dgm:pt modelId="{42E6441E-0733-4F78-94F0-BE9777D8C446}" type="pres">
      <dgm:prSet presAssocID="{5FBB94F5-A0B9-47BD-95B5-AC5AC17FE60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CF0818A1-BBA5-4B89-98F5-AD442E736552}" type="pres">
      <dgm:prSet presAssocID="{5FBB94F5-A0B9-47BD-95B5-AC5AC17FE600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7FDA2B03-20EF-4E1D-8F46-123B7989CC09}" srcId="{1BC12638-71A2-47B4-9285-5BD9503DB971}" destId="{BAC4DF58-4D24-402A-8740-938DDE55E559}" srcOrd="0" destOrd="0" parTransId="{C18BB029-37CE-4049-8A12-E47536751B53}" sibTransId="{0358677B-1C46-4044-8DEC-89D6D4AAA202}"/>
    <dgm:cxn modelId="{BC4A7D08-1FE4-4662-B319-544EC885752F}" type="presOf" srcId="{C610D41C-9CDD-4AF4-B928-E6F202F322B3}" destId="{CF0818A1-BBA5-4B89-98F5-AD442E736552}" srcOrd="0" destOrd="0" presId="urn:microsoft.com/office/officeart/2005/8/layout/hList1"/>
    <dgm:cxn modelId="{07123F18-3046-471C-84AF-E886F68A66B9}" srcId="{A15530AD-8C64-453A-84A6-5F71987871AF}" destId="{5FBB94F5-A0B9-47BD-95B5-AC5AC17FE600}" srcOrd="2" destOrd="0" parTransId="{F942112E-C356-44A6-AF17-0AC53753F535}" sibTransId="{CF53EBBA-1626-45AD-8770-C05954DBCD57}"/>
    <dgm:cxn modelId="{8BC1231E-1B82-452E-9EF3-8873A65ABA24}" type="presOf" srcId="{B8A70286-F12D-41F8-9DC3-A3AC438BEDF6}" destId="{CF0818A1-BBA5-4B89-98F5-AD442E736552}" srcOrd="0" destOrd="2" presId="urn:microsoft.com/office/officeart/2005/8/layout/hList1"/>
    <dgm:cxn modelId="{C771D026-B02E-42AC-B246-F7EDD023F956}" srcId="{5FBB94F5-A0B9-47BD-95B5-AC5AC17FE600}" destId="{C610D41C-9CDD-4AF4-B928-E6F202F322B3}" srcOrd="0" destOrd="0" parTransId="{D344B6D9-B309-4ACF-AE4F-9A441F330EE1}" sibTransId="{05CA398A-2BEC-4572-8BC4-CD21C1DB809A}"/>
    <dgm:cxn modelId="{3C5BBB2A-0816-43AB-80D6-C2D78C80AA9A}" srcId="{1BC12638-71A2-47B4-9285-5BD9503DB971}" destId="{F54F25F4-A87F-436C-86D1-CE04AE4D51EC}" srcOrd="2" destOrd="0" parTransId="{50C57BC4-F9E8-4006-BC94-7E2040BE8DDC}" sibTransId="{4182D85F-C724-4E65-A40F-657AA195BBE4}"/>
    <dgm:cxn modelId="{302CD33D-C53A-4761-9FFB-566E6F4DED2E}" srcId="{D4CE13B8-90EB-4E8B-9A66-9ED4C35DF483}" destId="{EA5672CB-C08F-47A8-A68D-4F60F5C38295}" srcOrd="1" destOrd="0" parTransId="{C64BFB23-4CC8-48B0-A724-08F87E1A87CF}" sibTransId="{DA98375C-F21A-4EF7-8679-ACCD70391072}"/>
    <dgm:cxn modelId="{B7DF2B68-E65A-4CFC-B130-ADAFC1C5D499}" srcId="{A15530AD-8C64-453A-84A6-5F71987871AF}" destId="{D4CE13B8-90EB-4E8B-9A66-9ED4C35DF483}" srcOrd="1" destOrd="0" parTransId="{CFEB79D8-FB8E-4772-8E1D-FAB334847D6F}" sibTransId="{F19E0AD9-129D-4A82-9B5F-7EE9206A733E}"/>
    <dgm:cxn modelId="{FE4CB26A-6FDF-4C59-9F1B-A2F526C401C1}" srcId="{5FBB94F5-A0B9-47BD-95B5-AC5AC17FE600}" destId="{0BACD18B-E4EE-46F3-BD80-9D160B2A8C68}" srcOrd="1" destOrd="0" parTransId="{BE9A09D8-39B3-4551-9F5A-60A4887C2F3D}" sibTransId="{501E74E0-088E-4C84-B506-845AE035AB2F}"/>
    <dgm:cxn modelId="{6F7A7851-CF7E-4512-8535-83AC31957A94}" srcId="{D4CE13B8-90EB-4E8B-9A66-9ED4C35DF483}" destId="{68428EBC-A647-4FC8-9797-0F498DCF6FA1}" srcOrd="0" destOrd="0" parTransId="{3EFEB1C1-ACC2-4980-BAC0-18C88C7C495A}" sibTransId="{964B0690-DEA2-4EF1-B7C5-7E9CA2189E48}"/>
    <dgm:cxn modelId="{6A7FF77B-FDAD-48ED-9193-98EC722EBE8E}" type="presOf" srcId="{1BC12638-71A2-47B4-9285-5BD9503DB971}" destId="{7A963FF7-6E52-42DD-A4B5-D2EC26C983AC}" srcOrd="0" destOrd="0" presId="urn:microsoft.com/office/officeart/2005/8/layout/hList1"/>
    <dgm:cxn modelId="{C5CB127D-31E0-415A-B11F-C577E0494BF7}" srcId="{5FBB94F5-A0B9-47BD-95B5-AC5AC17FE600}" destId="{B8A70286-F12D-41F8-9DC3-A3AC438BEDF6}" srcOrd="2" destOrd="0" parTransId="{77B04504-5CF2-4A24-9FFD-C8D5B97A7A85}" sibTransId="{02A4CB3A-7F85-4019-A78B-4508A701A8FA}"/>
    <dgm:cxn modelId="{40EC3C84-4840-4EBC-BDEC-1B8DDF915500}" type="presOf" srcId="{68428EBC-A647-4FC8-9797-0F498DCF6FA1}" destId="{F0E6FFBE-5F6B-431B-9E88-550ECA2FE19B}" srcOrd="0" destOrd="0" presId="urn:microsoft.com/office/officeart/2005/8/layout/hList1"/>
    <dgm:cxn modelId="{6634FF86-2C88-464B-AC81-3E17F7DFC37F}" type="presOf" srcId="{EA5672CB-C08F-47A8-A68D-4F60F5C38295}" destId="{F0E6FFBE-5F6B-431B-9E88-550ECA2FE19B}" srcOrd="0" destOrd="1" presId="urn:microsoft.com/office/officeart/2005/8/layout/hList1"/>
    <dgm:cxn modelId="{210C908D-C6DC-4CC2-9586-8B6448D3CCAA}" type="presOf" srcId="{5CF84451-F1F2-45C3-92EE-9091A28651F0}" destId="{E2448C69-64B3-42F0-A2B9-6DBD9B4A3754}" srcOrd="0" destOrd="1" presId="urn:microsoft.com/office/officeart/2005/8/layout/hList1"/>
    <dgm:cxn modelId="{9B3AE399-F6D4-45B4-90CC-09426055BEE9}" type="presOf" srcId="{5FBB94F5-A0B9-47BD-95B5-AC5AC17FE600}" destId="{42E6441E-0733-4F78-94F0-BE9777D8C446}" srcOrd="0" destOrd="0" presId="urn:microsoft.com/office/officeart/2005/8/layout/hList1"/>
    <dgm:cxn modelId="{A8438C9D-8DB2-4E25-B054-FB2C0FC37B49}" type="presOf" srcId="{D4CE13B8-90EB-4E8B-9A66-9ED4C35DF483}" destId="{89EF4872-598F-44A0-A9E0-36C1720AA92E}" srcOrd="0" destOrd="0" presId="urn:microsoft.com/office/officeart/2005/8/layout/hList1"/>
    <dgm:cxn modelId="{DF82CBB4-8A18-418E-A37A-72EA09919B64}" type="presOf" srcId="{F54F25F4-A87F-436C-86D1-CE04AE4D51EC}" destId="{E2448C69-64B3-42F0-A2B9-6DBD9B4A3754}" srcOrd="0" destOrd="2" presId="urn:microsoft.com/office/officeart/2005/8/layout/hList1"/>
    <dgm:cxn modelId="{A2EA47B5-D891-4749-89FF-3AEFCEF16E46}" srcId="{1BC12638-71A2-47B4-9285-5BD9503DB971}" destId="{5CF84451-F1F2-45C3-92EE-9091A28651F0}" srcOrd="1" destOrd="0" parTransId="{BF7DB7B6-A17B-476E-9397-D9CC6237C48F}" sibTransId="{B3930BC7-5BB0-46A5-8CFD-2B55D35F6330}"/>
    <dgm:cxn modelId="{0E0B3DBF-F62E-4BBE-960A-E2504E3AB3A0}" srcId="{A15530AD-8C64-453A-84A6-5F71987871AF}" destId="{1BC12638-71A2-47B4-9285-5BD9503DB971}" srcOrd="0" destOrd="0" parTransId="{DB995176-AC8A-46A6-80E7-7C1F0EFEAAFF}" sibTransId="{C65DC060-3725-4199-B7C5-7A4E09560AC4}"/>
    <dgm:cxn modelId="{67D109E2-33EC-49A7-8FFB-E13FDCFF31EC}" type="presOf" srcId="{BAC4DF58-4D24-402A-8740-938DDE55E559}" destId="{E2448C69-64B3-42F0-A2B9-6DBD9B4A3754}" srcOrd="0" destOrd="0" presId="urn:microsoft.com/office/officeart/2005/8/layout/hList1"/>
    <dgm:cxn modelId="{5382DDEF-CD2C-4DFE-94EA-4B2827237065}" type="presOf" srcId="{BA1D78B0-6271-41B8-9F91-D196ADA4A16A}" destId="{F0E6FFBE-5F6B-431B-9E88-550ECA2FE19B}" srcOrd="0" destOrd="2" presId="urn:microsoft.com/office/officeart/2005/8/layout/hList1"/>
    <dgm:cxn modelId="{9B70B5F4-1190-46CF-BD62-09041884CCB4}" srcId="{D4CE13B8-90EB-4E8B-9A66-9ED4C35DF483}" destId="{BA1D78B0-6271-41B8-9F91-D196ADA4A16A}" srcOrd="2" destOrd="0" parTransId="{BF732617-0AA8-4E0A-B692-0FE367631329}" sibTransId="{A5693FE6-4E5B-42A1-BDD4-842488DA1EF1}"/>
    <dgm:cxn modelId="{4D6406F6-DD23-4F14-B7FE-19BB586D6F90}" type="presOf" srcId="{0BACD18B-E4EE-46F3-BD80-9D160B2A8C68}" destId="{CF0818A1-BBA5-4B89-98F5-AD442E736552}" srcOrd="0" destOrd="1" presId="urn:microsoft.com/office/officeart/2005/8/layout/hList1"/>
    <dgm:cxn modelId="{3F5E6CF7-D513-4FDA-B9B7-10E709117FB3}" type="presOf" srcId="{A15530AD-8C64-453A-84A6-5F71987871AF}" destId="{7D46CA2F-2D82-4C9F-B1EF-6355FBA6DD75}" srcOrd="0" destOrd="0" presId="urn:microsoft.com/office/officeart/2005/8/layout/hList1"/>
    <dgm:cxn modelId="{BCD7C445-E0EC-4F22-B1AC-257F651C3EEE}" type="presParOf" srcId="{7D46CA2F-2D82-4C9F-B1EF-6355FBA6DD75}" destId="{EE84263E-C3A0-4E73-812A-5CFDDA075D9A}" srcOrd="0" destOrd="0" presId="urn:microsoft.com/office/officeart/2005/8/layout/hList1"/>
    <dgm:cxn modelId="{5D9699BB-D2BA-4BF4-8C3A-DB0431CF559E}" type="presParOf" srcId="{EE84263E-C3A0-4E73-812A-5CFDDA075D9A}" destId="{7A963FF7-6E52-42DD-A4B5-D2EC26C983AC}" srcOrd="0" destOrd="0" presId="urn:microsoft.com/office/officeart/2005/8/layout/hList1"/>
    <dgm:cxn modelId="{22A33791-7857-4229-BCAD-4C6063590F63}" type="presParOf" srcId="{EE84263E-C3A0-4E73-812A-5CFDDA075D9A}" destId="{E2448C69-64B3-42F0-A2B9-6DBD9B4A3754}" srcOrd="1" destOrd="0" presId="urn:microsoft.com/office/officeart/2005/8/layout/hList1"/>
    <dgm:cxn modelId="{2559B879-A6B2-4337-A802-72599CB3434F}" type="presParOf" srcId="{7D46CA2F-2D82-4C9F-B1EF-6355FBA6DD75}" destId="{0B978E7F-7740-4158-B594-06E600B1FBBE}" srcOrd="1" destOrd="0" presId="urn:microsoft.com/office/officeart/2005/8/layout/hList1"/>
    <dgm:cxn modelId="{F5BC231D-5C1C-443F-AF78-DE66AA403394}" type="presParOf" srcId="{7D46CA2F-2D82-4C9F-B1EF-6355FBA6DD75}" destId="{92517BB2-02AE-4DB5-BADC-5DBE4C487A8F}" srcOrd="2" destOrd="0" presId="urn:microsoft.com/office/officeart/2005/8/layout/hList1"/>
    <dgm:cxn modelId="{76F71DB3-6DC4-4FE4-BF13-84D2B62CA716}" type="presParOf" srcId="{92517BB2-02AE-4DB5-BADC-5DBE4C487A8F}" destId="{89EF4872-598F-44A0-A9E0-36C1720AA92E}" srcOrd="0" destOrd="0" presId="urn:microsoft.com/office/officeart/2005/8/layout/hList1"/>
    <dgm:cxn modelId="{92C8A2C6-9198-4E0E-A908-A55F316CA2E4}" type="presParOf" srcId="{92517BB2-02AE-4DB5-BADC-5DBE4C487A8F}" destId="{F0E6FFBE-5F6B-431B-9E88-550ECA2FE19B}" srcOrd="1" destOrd="0" presId="urn:microsoft.com/office/officeart/2005/8/layout/hList1"/>
    <dgm:cxn modelId="{FDED0032-5BAA-4811-AA51-70BFD82036DB}" type="presParOf" srcId="{7D46CA2F-2D82-4C9F-B1EF-6355FBA6DD75}" destId="{F106EC03-3A00-4FCB-8979-22D0EAE3058A}" srcOrd="3" destOrd="0" presId="urn:microsoft.com/office/officeart/2005/8/layout/hList1"/>
    <dgm:cxn modelId="{9F1B1242-776E-4D3B-86B3-D66F8DF1F0B9}" type="presParOf" srcId="{7D46CA2F-2D82-4C9F-B1EF-6355FBA6DD75}" destId="{635BCEB5-AE2A-401B-938A-BA96F4C5D5A2}" srcOrd="4" destOrd="0" presId="urn:microsoft.com/office/officeart/2005/8/layout/hList1"/>
    <dgm:cxn modelId="{FB17767E-AE05-4036-B8B0-3E31E563D948}" type="presParOf" srcId="{635BCEB5-AE2A-401B-938A-BA96F4C5D5A2}" destId="{42E6441E-0733-4F78-94F0-BE9777D8C446}" srcOrd="0" destOrd="0" presId="urn:microsoft.com/office/officeart/2005/8/layout/hList1"/>
    <dgm:cxn modelId="{908B1109-30E0-4E9B-AE75-4A19E821E67A}" type="presParOf" srcId="{635BCEB5-AE2A-401B-938A-BA96F4C5D5A2}" destId="{CF0818A1-BBA5-4B89-98F5-AD442E73655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9B42ED5-F5FE-44BB-9145-275648CF55A5}" type="doc">
      <dgm:prSet loTypeId="urn:microsoft.com/office/officeart/2005/8/layout/hierarchy3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1193992-DDD1-409F-B153-11AE1C47274F}">
      <dgm:prSet phldrT="[Text]"/>
      <dgm:spPr/>
      <dgm:t>
        <a:bodyPr/>
        <a:lstStyle/>
        <a:p>
          <a:pPr>
            <a:buNone/>
          </a:pPr>
          <a:r>
            <a:rPr lang="en-US" b="1" dirty="0">
              <a:solidFill>
                <a:schemeClr val="tx2"/>
              </a:solidFill>
            </a:rPr>
            <a:t>Phase 2 work</a:t>
          </a:r>
        </a:p>
      </dgm:t>
    </dgm:pt>
    <dgm:pt modelId="{396C54F5-7DF8-412F-9907-209CF85A76AF}" type="parTrans" cxnId="{B38DD246-464F-4719-911E-25AB8C12469D}">
      <dgm:prSet/>
      <dgm:spPr/>
      <dgm:t>
        <a:bodyPr/>
        <a:lstStyle/>
        <a:p>
          <a:endParaRPr lang="en-US"/>
        </a:p>
      </dgm:t>
    </dgm:pt>
    <dgm:pt modelId="{ED401ECE-6887-4A3D-B34E-4A18464C5CAA}" type="sibTrans" cxnId="{B38DD246-464F-4719-911E-25AB8C12469D}">
      <dgm:prSet/>
      <dgm:spPr/>
      <dgm:t>
        <a:bodyPr/>
        <a:lstStyle/>
        <a:p>
          <a:endParaRPr lang="en-US"/>
        </a:p>
      </dgm:t>
    </dgm:pt>
    <dgm:pt modelId="{2CDBD605-1056-4DA8-B0C2-524BFF9EAFD5}">
      <dgm:prSet/>
      <dgm:spPr/>
      <dgm:t>
        <a:bodyPr/>
        <a:lstStyle/>
        <a:p>
          <a:pPr>
            <a:buNone/>
          </a:pPr>
          <a:r>
            <a:rPr lang="en-US" dirty="0"/>
            <a:t>Introduced controlled disruptions to simulate real operational conditions</a:t>
          </a:r>
        </a:p>
      </dgm:t>
    </dgm:pt>
    <dgm:pt modelId="{91C25487-1739-4F67-A769-F03060E0EBE1}" type="parTrans" cxnId="{026BF841-8D57-49BD-9879-E7F44A9560C9}">
      <dgm:prSet/>
      <dgm:spPr/>
      <dgm:t>
        <a:bodyPr/>
        <a:lstStyle/>
        <a:p>
          <a:endParaRPr lang="en-US"/>
        </a:p>
      </dgm:t>
    </dgm:pt>
    <dgm:pt modelId="{C2DCB443-B966-4856-9DEB-507D78EC93BF}" type="sibTrans" cxnId="{026BF841-8D57-49BD-9879-E7F44A9560C9}">
      <dgm:prSet/>
      <dgm:spPr/>
      <dgm:t>
        <a:bodyPr/>
        <a:lstStyle/>
        <a:p>
          <a:endParaRPr lang="en-US"/>
        </a:p>
      </dgm:t>
    </dgm:pt>
    <dgm:pt modelId="{5FF6F890-6C20-4085-A025-EE3958831D37}">
      <dgm:prSet/>
      <dgm:spPr/>
      <dgm:t>
        <a:bodyPr/>
        <a:lstStyle/>
        <a:p>
          <a:pPr>
            <a:buNone/>
          </a:pPr>
          <a:r>
            <a:rPr lang="en-US" b="1" dirty="0">
              <a:solidFill>
                <a:schemeClr val="tx2"/>
              </a:solidFill>
            </a:rPr>
            <a:t>Observations</a:t>
          </a:r>
        </a:p>
      </dgm:t>
    </dgm:pt>
    <dgm:pt modelId="{737C1B65-0D6E-4ED1-AC37-9C1C57BBC344}" type="parTrans" cxnId="{6B9855CD-1DCB-402F-8069-338B886BB48D}">
      <dgm:prSet/>
      <dgm:spPr/>
      <dgm:t>
        <a:bodyPr/>
        <a:lstStyle/>
        <a:p>
          <a:endParaRPr lang="en-US"/>
        </a:p>
      </dgm:t>
    </dgm:pt>
    <dgm:pt modelId="{F3D75B1E-7BED-4A05-9E02-A9938DFAE53A}" type="sibTrans" cxnId="{6B9855CD-1DCB-402F-8069-338B886BB48D}">
      <dgm:prSet/>
      <dgm:spPr/>
      <dgm:t>
        <a:bodyPr/>
        <a:lstStyle/>
        <a:p>
          <a:endParaRPr lang="en-US"/>
        </a:p>
      </dgm:t>
    </dgm:pt>
    <dgm:pt modelId="{4829AE22-92E6-49B1-A5F4-616F94623CFA}">
      <dgm:prSet/>
      <dgm:spPr/>
      <dgm:t>
        <a:bodyPr/>
        <a:lstStyle/>
        <a:p>
          <a:pPr>
            <a:buNone/>
          </a:pPr>
          <a:r>
            <a:rPr lang="en-US" dirty="0"/>
            <a:t>Allocation </a:t>
          </a:r>
          <a:r>
            <a:rPr lang="en-US" dirty="0" err="1"/>
            <a:t>behaviour</a:t>
          </a:r>
          <a:r>
            <a:rPr lang="en-US" dirty="0"/>
            <a:t> becomes unstable under disrupted conditions</a:t>
          </a:r>
        </a:p>
      </dgm:t>
    </dgm:pt>
    <dgm:pt modelId="{A3BF4DD9-57FB-46AE-B5AD-EDD6B8977E86}" type="parTrans" cxnId="{61272A3C-BC89-4227-9175-F6124CE86D61}">
      <dgm:prSet/>
      <dgm:spPr/>
      <dgm:t>
        <a:bodyPr/>
        <a:lstStyle/>
        <a:p>
          <a:endParaRPr lang="en-US"/>
        </a:p>
      </dgm:t>
    </dgm:pt>
    <dgm:pt modelId="{802373AF-35C3-4558-9D19-4A56881F9017}" type="sibTrans" cxnId="{61272A3C-BC89-4227-9175-F6124CE86D61}">
      <dgm:prSet/>
      <dgm:spPr/>
      <dgm:t>
        <a:bodyPr/>
        <a:lstStyle/>
        <a:p>
          <a:endParaRPr lang="en-US"/>
        </a:p>
      </dgm:t>
    </dgm:pt>
    <dgm:pt modelId="{1A87156A-0046-47BD-8179-5C32DCFD0C86}">
      <dgm:prSet/>
      <dgm:spPr/>
      <dgm:t>
        <a:bodyPr/>
        <a:lstStyle/>
        <a:p>
          <a:pPr>
            <a:buNone/>
          </a:pPr>
          <a:r>
            <a:rPr lang="en-US" b="1" dirty="0">
              <a:solidFill>
                <a:schemeClr val="tx2"/>
              </a:solidFill>
            </a:rPr>
            <a:t>Dashboard</a:t>
          </a:r>
          <a:endParaRPr lang="en-US" b="1" dirty="0"/>
        </a:p>
      </dgm:t>
    </dgm:pt>
    <dgm:pt modelId="{20161E98-7CFC-48A0-A1E0-2C98DBE57181}" type="parTrans" cxnId="{5519B189-5F61-4350-9148-3F5728DC0322}">
      <dgm:prSet/>
      <dgm:spPr/>
      <dgm:t>
        <a:bodyPr/>
        <a:lstStyle/>
        <a:p>
          <a:endParaRPr lang="en-US"/>
        </a:p>
      </dgm:t>
    </dgm:pt>
    <dgm:pt modelId="{E5255D78-1EE3-4A0A-927F-413DCE63E4A3}" type="sibTrans" cxnId="{5519B189-5F61-4350-9148-3F5728DC0322}">
      <dgm:prSet/>
      <dgm:spPr/>
      <dgm:t>
        <a:bodyPr/>
        <a:lstStyle/>
        <a:p>
          <a:endParaRPr lang="en-US"/>
        </a:p>
      </dgm:t>
    </dgm:pt>
    <dgm:pt modelId="{744ECFDC-B728-454B-B563-C152A2F1F279}">
      <dgm:prSet/>
      <dgm:spPr/>
      <dgm:t>
        <a:bodyPr/>
        <a:lstStyle/>
        <a:p>
          <a:pPr>
            <a:buNone/>
          </a:pPr>
          <a:r>
            <a:rPr lang="en-US" dirty="0"/>
            <a:t>Developed an interactive </a:t>
          </a:r>
          <a:r>
            <a:rPr lang="en-US" b="1" dirty="0" err="1"/>
            <a:t>Streamlit</a:t>
          </a:r>
          <a:r>
            <a:rPr lang="en-US" b="1" dirty="0"/>
            <a:t> experimental dashboard</a:t>
          </a:r>
          <a:endParaRPr lang="en-US" dirty="0"/>
        </a:p>
      </dgm:t>
    </dgm:pt>
    <dgm:pt modelId="{9A803E57-3CD7-421B-B6B4-D146E7F9C766}" type="parTrans" cxnId="{EE142F21-D4F0-464F-BF4E-1DF55118AC9A}">
      <dgm:prSet/>
      <dgm:spPr/>
      <dgm:t>
        <a:bodyPr/>
        <a:lstStyle/>
        <a:p>
          <a:endParaRPr lang="en-US"/>
        </a:p>
      </dgm:t>
    </dgm:pt>
    <dgm:pt modelId="{102938D6-E8EB-4BA4-BFD9-E85401A36303}" type="sibTrans" cxnId="{EE142F21-D4F0-464F-BF4E-1DF55118AC9A}">
      <dgm:prSet/>
      <dgm:spPr/>
      <dgm:t>
        <a:bodyPr/>
        <a:lstStyle/>
        <a:p>
          <a:endParaRPr lang="en-US"/>
        </a:p>
      </dgm:t>
    </dgm:pt>
    <dgm:pt modelId="{37DBF5CE-82A2-4295-B2FB-D9667784D07B}">
      <dgm:prSet/>
      <dgm:spPr/>
      <dgm:t>
        <a:bodyPr/>
        <a:lstStyle/>
        <a:p>
          <a:pPr>
            <a:buNone/>
          </a:pPr>
          <a:r>
            <a:rPr lang="en-US" dirty="0"/>
            <a:t>Inefficiencies appear despite stable aggregate metrics</a:t>
          </a:r>
        </a:p>
      </dgm:t>
    </dgm:pt>
    <dgm:pt modelId="{3B9117AE-99DE-4993-BF58-1467CEE491E2}" type="parTrans" cxnId="{E61DAF1C-2CFA-43FD-B8E4-94A011367E7F}">
      <dgm:prSet/>
      <dgm:spPr/>
      <dgm:t>
        <a:bodyPr/>
        <a:lstStyle/>
        <a:p>
          <a:endParaRPr lang="en-US"/>
        </a:p>
      </dgm:t>
    </dgm:pt>
    <dgm:pt modelId="{18EF15D7-2119-4CE1-83EF-9A1E8DF6876C}" type="sibTrans" cxnId="{E61DAF1C-2CFA-43FD-B8E4-94A011367E7F}">
      <dgm:prSet/>
      <dgm:spPr/>
      <dgm:t>
        <a:bodyPr/>
        <a:lstStyle/>
        <a:p>
          <a:endParaRPr lang="en-US"/>
        </a:p>
      </dgm:t>
    </dgm:pt>
    <dgm:pt modelId="{21B02991-6325-4B1D-B067-4783E8552E59}">
      <dgm:prSet/>
      <dgm:spPr/>
      <dgm:t>
        <a:bodyPr/>
        <a:lstStyle/>
        <a:p>
          <a:pPr>
            <a:buNone/>
          </a:pPr>
          <a:r>
            <a:rPr lang="en-US" dirty="0"/>
            <a:t>Indicates possibility of </a:t>
          </a:r>
          <a:r>
            <a:rPr lang="en-US" b="1" dirty="0"/>
            <a:t>silent degradation in decision performance</a:t>
          </a:r>
          <a:endParaRPr lang="en-US" dirty="0"/>
        </a:p>
      </dgm:t>
    </dgm:pt>
    <dgm:pt modelId="{12ED4CEB-14AE-4423-B795-0DA5A0C2D11F}" type="parTrans" cxnId="{29A5F577-CB5C-490C-8DA9-607974A4711D}">
      <dgm:prSet/>
      <dgm:spPr/>
      <dgm:t>
        <a:bodyPr/>
        <a:lstStyle/>
        <a:p>
          <a:endParaRPr lang="en-US"/>
        </a:p>
      </dgm:t>
    </dgm:pt>
    <dgm:pt modelId="{AFE42090-DC0B-4AE3-9D19-0BD69DCDA90F}" type="sibTrans" cxnId="{29A5F577-CB5C-490C-8DA9-607974A4711D}">
      <dgm:prSet/>
      <dgm:spPr/>
      <dgm:t>
        <a:bodyPr/>
        <a:lstStyle/>
        <a:p>
          <a:endParaRPr lang="en-US"/>
        </a:p>
      </dgm:t>
    </dgm:pt>
    <dgm:pt modelId="{F68EFF67-B2FA-4482-B4B4-74C12043E5A3}">
      <dgm:prSet/>
      <dgm:spPr/>
      <dgm:t>
        <a:bodyPr/>
        <a:lstStyle/>
        <a:p>
          <a:pPr>
            <a:buNone/>
          </a:pPr>
          <a:r>
            <a:rPr lang="en-US" dirty="0"/>
            <a:t>Enables visualization of allocation performance and degradation </a:t>
          </a:r>
          <a:r>
            <a:rPr lang="en-US" dirty="0" err="1"/>
            <a:t>behaviour</a:t>
          </a:r>
          <a:endParaRPr lang="en-US" dirty="0"/>
        </a:p>
      </dgm:t>
    </dgm:pt>
    <dgm:pt modelId="{9E795A59-8D43-45EC-A487-95CC45515E9F}" type="parTrans" cxnId="{A1AF550B-CE5C-4F9C-94F8-170DD9667540}">
      <dgm:prSet/>
      <dgm:spPr/>
      <dgm:t>
        <a:bodyPr/>
        <a:lstStyle/>
        <a:p>
          <a:endParaRPr lang="en-US"/>
        </a:p>
      </dgm:t>
    </dgm:pt>
    <dgm:pt modelId="{A7E6CD61-1F4E-4B6B-BFF8-45EF31E68621}" type="sibTrans" cxnId="{A1AF550B-CE5C-4F9C-94F8-170DD9667540}">
      <dgm:prSet/>
      <dgm:spPr/>
      <dgm:t>
        <a:bodyPr/>
        <a:lstStyle/>
        <a:p>
          <a:endParaRPr lang="en-US"/>
        </a:p>
      </dgm:t>
    </dgm:pt>
    <dgm:pt modelId="{FED6585C-C169-411D-B066-691EBD601124}">
      <dgm:prSet/>
      <dgm:spPr/>
      <dgm:t>
        <a:bodyPr/>
        <a:lstStyle/>
        <a:p>
          <a:pPr>
            <a:buNone/>
          </a:pPr>
          <a:r>
            <a:rPr lang="en-US" dirty="0"/>
            <a:t>Used to monitor metrics, compare scenarios, and analyze system response</a:t>
          </a:r>
        </a:p>
      </dgm:t>
    </dgm:pt>
    <dgm:pt modelId="{18EA7FF8-FF53-4C52-8A3D-0ECE4AB03049}" type="parTrans" cxnId="{C0AFF289-682D-4ED2-A211-B1A9A4935676}">
      <dgm:prSet/>
      <dgm:spPr/>
      <dgm:t>
        <a:bodyPr/>
        <a:lstStyle/>
        <a:p>
          <a:endParaRPr lang="en-US"/>
        </a:p>
      </dgm:t>
    </dgm:pt>
    <dgm:pt modelId="{5E97F1F2-C92D-4DB6-AB31-6CAEBABA0415}" type="sibTrans" cxnId="{C0AFF289-682D-4ED2-A211-B1A9A4935676}">
      <dgm:prSet/>
      <dgm:spPr/>
      <dgm:t>
        <a:bodyPr/>
        <a:lstStyle/>
        <a:p>
          <a:endParaRPr lang="en-US"/>
        </a:p>
      </dgm:t>
    </dgm:pt>
    <dgm:pt modelId="{B684C086-7D42-4137-B17A-D10641553DAB}">
      <dgm:prSet/>
      <dgm:spPr/>
      <dgm:t>
        <a:bodyPr/>
        <a:lstStyle/>
        <a:p>
          <a:pPr>
            <a:buNone/>
          </a:pPr>
          <a:r>
            <a:rPr lang="en-US" dirty="0"/>
            <a:t>Implemented failure scenarios such as demand drift and delayed information</a:t>
          </a:r>
        </a:p>
      </dgm:t>
    </dgm:pt>
    <dgm:pt modelId="{72726D03-CA55-4B88-895A-AA9505C5E1CC}" type="parTrans" cxnId="{7015A1D1-F1D6-417A-AC8B-42FEC981E604}">
      <dgm:prSet/>
      <dgm:spPr/>
      <dgm:t>
        <a:bodyPr/>
        <a:lstStyle/>
        <a:p>
          <a:endParaRPr lang="en-US"/>
        </a:p>
      </dgm:t>
    </dgm:pt>
    <dgm:pt modelId="{00F2F23C-CAD2-4E32-9488-B83401BE861B}" type="sibTrans" cxnId="{7015A1D1-F1D6-417A-AC8B-42FEC981E604}">
      <dgm:prSet/>
      <dgm:spPr/>
      <dgm:t>
        <a:bodyPr/>
        <a:lstStyle/>
        <a:p>
          <a:endParaRPr lang="en-US"/>
        </a:p>
      </dgm:t>
    </dgm:pt>
    <dgm:pt modelId="{AD7BF0EF-D07C-4AD6-BCBA-24ED9DACBB0F}">
      <dgm:prSet/>
      <dgm:spPr/>
      <dgm:t>
        <a:bodyPr/>
        <a:lstStyle/>
        <a:p>
          <a:pPr>
            <a:buNone/>
          </a:pPr>
          <a:r>
            <a:rPr lang="en-US" dirty="0"/>
            <a:t>Evaluated how allocation decisions change under disturbed environments</a:t>
          </a:r>
        </a:p>
      </dgm:t>
    </dgm:pt>
    <dgm:pt modelId="{E1CDC32C-1F96-4D29-A6F6-14621EEFF41E}" type="parTrans" cxnId="{24727B3D-D8DD-4F16-8F37-0FB8F0A6991E}">
      <dgm:prSet/>
      <dgm:spPr/>
      <dgm:t>
        <a:bodyPr/>
        <a:lstStyle/>
        <a:p>
          <a:endParaRPr lang="en-US"/>
        </a:p>
      </dgm:t>
    </dgm:pt>
    <dgm:pt modelId="{74E16D6D-05F6-4ABB-8C49-9DB0735AAB09}" type="sibTrans" cxnId="{24727B3D-D8DD-4F16-8F37-0FB8F0A6991E}">
      <dgm:prSet/>
      <dgm:spPr/>
      <dgm:t>
        <a:bodyPr/>
        <a:lstStyle/>
        <a:p>
          <a:endParaRPr lang="en-US"/>
        </a:p>
      </dgm:t>
    </dgm:pt>
    <dgm:pt modelId="{7CE9EA0D-0278-46AB-A0C4-E7DBC5781483}" type="pres">
      <dgm:prSet presAssocID="{59B42ED5-F5FE-44BB-9145-275648CF55A5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FAAC129-7F65-49F5-BC6E-20E72241FBD9}" type="pres">
      <dgm:prSet presAssocID="{51193992-DDD1-409F-B153-11AE1C47274F}" presName="root" presStyleCnt="0"/>
      <dgm:spPr/>
    </dgm:pt>
    <dgm:pt modelId="{6F53E782-F468-4899-B19A-1EC899AE734D}" type="pres">
      <dgm:prSet presAssocID="{51193992-DDD1-409F-B153-11AE1C47274F}" presName="rootComposite" presStyleCnt="0"/>
      <dgm:spPr/>
    </dgm:pt>
    <dgm:pt modelId="{F29CC33F-C43B-4F99-85CE-1A4C961CB78F}" type="pres">
      <dgm:prSet presAssocID="{51193992-DDD1-409F-B153-11AE1C47274F}" presName="rootText" presStyleLbl="node1" presStyleIdx="0" presStyleCnt="3"/>
      <dgm:spPr/>
    </dgm:pt>
    <dgm:pt modelId="{39D8223B-9F66-4B97-842E-8DEE52B8DCA6}" type="pres">
      <dgm:prSet presAssocID="{51193992-DDD1-409F-B153-11AE1C47274F}" presName="rootConnector" presStyleLbl="node1" presStyleIdx="0" presStyleCnt="3"/>
      <dgm:spPr/>
    </dgm:pt>
    <dgm:pt modelId="{26F8C9B4-AADC-4A12-9A9B-678907DA000C}" type="pres">
      <dgm:prSet presAssocID="{51193992-DDD1-409F-B153-11AE1C47274F}" presName="childShape" presStyleCnt="0"/>
      <dgm:spPr/>
    </dgm:pt>
    <dgm:pt modelId="{30998BAB-D62B-4B4C-8693-46AB347A27C2}" type="pres">
      <dgm:prSet presAssocID="{91C25487-1739-4F67-A769-F03060E0EBE1}" presName="Name13" presStyleLbl="parChTrans1D2" presStyleIdx="0" presStyleCnt="9"/>
      <dgm:spPr/>
    </dgm:pt>
    <dgm:pt modelId="{354D7CD5-18BE-4C38-873A-6D1AE5203553}" type="pres">
      <dgm:prSet presAssocID="{2CDBD605-1056-4DA8-B0C2-524BFF9EAFD5}" presName="childText" presStyleLbl="bgAcc1" presStyleIdx="0" presStyleCnt="9">
        <dgm:presLayoutVars>
          <dgm:bulletEnabled val="1"/>
        </dgm:presLayoutVars>
      </dgm:prSet>
      <dgm:spPr/>
    </dgm:pt>
    <dgm:pt modelId="{733E5C2A-85BB-46C9-AD4F-C9580E007D76}" type="pres">
      <dgm:prSet presAssocID="{72726D03-CA55-4B88-895A-AA9505C5E1CC}" presName="Name13" presStyleLbl="parChTrans1D2" presStyleIdx="1" presStyleCnt="9"/>
      <dgm:spPr/>
    </dgm:pt>
    <dgm:pt modelId="{8BAA7050-ACDC-4A9B-92B7-C38EEE038443}" type="pres">
      <dgm:prSet presAssocID="{B684C086-7D42-4137-B17A-D10641553DAB}" presName="childText" presStyleLbl="bgAcc1" presStyleIdx="1" presStyleCnt="9">
        <dgm:presLayoutVars>
          <dgm:bulletEnabled val="1"/>
        </dgm:presLayoutVars>
      </dgm:prSet>
      <dgm:spPr/>
    </dgm:pt>
    <dgm:pt modelId="{C7435BBE-0399-48A9-898C-B43E48B0DAB3}" type="pres">
      <dgm:prSet presAssocID="{E1CDC32C-1F96-4D29-A6F6-14621EEFF41E}" presName="Name13" presStyleLbl="parChTrans1D2" presStyleIdx="2" presStyleCnt="9"/>
      <dgm:spPr/>
    </dgm:pt>
    <dgm:pt modelId="{0080D331-7A67-45C9-A05E-45F17DFCB964}" type="pres">
      <dgm:prSet presAssocID="{AD7BF0EF-D07C-4AD6-BCBA-24ED9DACBB0F}" presName="childText" presStyleLbl="bgAcc1" presStyleIdx="2" presStyleCnt="9">
        <dgm:presLayoutVars>
          <dgm:bulletEnabled val="1"/>
        </dgm:presLayoutVars>
      </dgm:prSet>
      <dgm:spPr/>
    </dgm:pt>
    <dgm:pt modelId="{AD1CAFB9-0770-468C-9B25-52B6A7B635D7}" type="pres">
      <dgm:prSet presAssocID="{5FF6F890-6C20-4085-A025-EE3958831D37}" presName="root" presStyleCnt="0"/>
      <dgm:spPr/>
    </dgm:pt>
    <dgm:pt modelId="{461CBB66-F777-463F-B26B-5EF140D01A99}" type="pres">
      <dgm:prSet presAssocID="{5FF6F890-6C20-4085-A025-EE3958831D37}" presName="rootComposite" presStyleCnt="0"/>
      <dgm:spPr/>
    </dgm:pt>
    <dgm:pt modelId="{D38BA5D8-68A4-4116-8B1C-89780F6FDA67}" type="pres">
      <dgm:prSet presAssocID="{5FF6F890-6C20-4085-A025-EE3958831D37}" presName="rootText" presStyleLbl="node1" presStyleIdx="1" presStyleCnt="3"/>
      <dgm:spPr/>
    </dgm:pt>
    <dgm:pt modelId="{24A45BC3-DD4B-45E4-96C2-A86DD260EBB8}" type="pres">
      <dgm:prSet presAssocID="{5FF6F890-6C20-4085-A025-EE3958831D37}" presName="rootConnector" presStyleLbl="node1" presStyleIdx="1" presStyleCnt="3"/>
      <dgm:spPr/>
    </dgm:pt>
    <dgm:pt modelId="{DEEA234F-7C6E-4364-820A-8FDFE0D471B4}" type="pres">
      <dgm:prSet presAssocID="{5FF6F890-6C20-4085-A025-EE3958831D37}" presName="childShape" presStyleCnt="0"/>
      <dgm:spPr/>
    </dgm:pt>
    <dgm:pt modelId="{CF547F6A-FF25-441E-8B2C-3FAE36C6553E}" type="pres">
      <dgm:prSet presAssocID="{A3BF4DD9-57FB-46AE-B5AD-EDD6B8977E86}" presName="Name13" presStyleLbl="parChTrans1D2" presStyleIdx="3" presStyleCnt="9"/>
      <dgm:spPr/>
    </dgm:pt>
    <dgm:pt modelId="{6776E6A9-1759-4A5F-85B4-B1136D0A4967}" type="pres">
      <dgm:prSet presAssocID="{4829AE22-92E6-49B1-A5F4-616F94623CFA}" presName="childText" presStyleLbl="bgAcc1" presStyleIdx="3" presStyleCnt="9">
        <dgm:presLayoutVars>
          <dgm:bulletEnabled val="1"/>
        </dgm:presLayoutVars>
      </dgm:prSet>
      <dgm:spPr/>
    </dgm:pt>
    <dgm:pt modelId="{F056F189-21C3-45E0-828C-DFD2CC7AEA76}" type="pres">
      <dgm:prSet presAssocID="{3B9117AE-99DE-4993-BF58-1467CEE491E2}" presName="Name13" presStyleLbl="parChTrans1D2" presStyleIdx="4" presStyleCnt="9"/>
      <dgm:spPr/>
    </dgm:pt>
    <dgm:pt modelId="{8D473DED-54E4-4B9D-8A1E-DA36F7451834}" type="pres">
      <dgm:prSet presAssocID="{37DBF5CE-82A2-4295-B2FB-D9667784D07B}" presName="childText" presStyleLbl="bgAcc1" presStyleIdx="4" presStyleCnt="9">
        <dgm:presLayoutVars>
          <dgm:bulletEnabled val="1"/>
        </dgm:presLayoutVars>
      </dgm:prSet>
      <dgm:spPr/>
    </dgm:pt>
    <dgm:pt modelId="{AF0F3604-FD1A-4553-931C-70D4A3EA043F}" type="pres">
      <dgm:prSet presAssocID="{12ED4CEB-14AE-4423-B795-0DA5A0C2D11F}" presName="Name13" presStyleLbl="parChTrans1D2" presStyleIdx="5" presStyleCnt="9"/>
      <dgm:spPr/>
    </dgm:pt>
    <dgm:pt modelId="{7123737F-BEDC-4EA7-8F2E-3B642FFD8EF8}" type="pres">
      <dgm:prSet presAssocID="{21B02991-6325-4B1D-B067-4783E8552E59}" presName="childText" presStyleLbl="bgAcc1" presStyleIdx="5" presStyleCnt="9">
        <dgm:presLayoutVars>
          <dgm:bulletEnabled val="1"/>
        </dgm:presLayoutVars>
      </dgm:prSet>
      <dgm:spPr/>
    </dgm:pt>
    <dgm:pt modelId="{D7A3C637-93D1-4D07-B0BB-95090145D3E3}" type="pres">
      <dgm:prSet presAssocID="{1A87156A-0046-47BD-8179-5C32DCFD0C86}" presName="root" presStyleCnt="0"/>
      <dgm:spPr/>
    </dgm:pt>
    <dgm:pt modelId="{97E03675-BF94-44D2-99EB-0F9D47D9A8DC}" type="pres">
      <dgm:prSet presAssocID="{1A87156A-0046-47BD-8179-5C32DCFD0C86}" presName="rootComposite" presStyleCnt="0"/>
      <dgm:spPr/>
    </dgm:pt>
    <dgm:pt modelId="{52F1D02A-17CC-4C8F-8BAA-AAAD512B936E}" type="pres">
      <dgm:prSet presAssocID="{1A87156A-0046-47BD-8179-5C32DCFD0C86}" presName="rootText" presStyleLbl="node1" presStyleIdx="2" presStyleCnt="3"/>
      <dgm:spPr/>
    </dgm:pt>
    <dgm:pt modelId="{0397EDA3-C04F-4E94-9EF5-AD3B536A58BB}" type="pres">
      <dgm:prSet presAssocID="{1A87156A-0046-47BD-8179-5C32DCFD0C86}" presName="rootConnector" presStyleLbl="node1" presStyleIdx="2" presStyleCnt="3"/>
      <dgm:spPr/>
    </dgm:pt>
    <dgm:pt modelId="{20AF4181-ECDE-4CA6-9C92-D1FCD7765E55}" type="pres">
      <dgm:prSet presAssocID="{1A87156A-0046-47BD-8179-5C32DCFD0C86}" presName="childShape" presStyleCnt="0"/>
      <dgm:spPr/>
    </dgm:pt>
    <dgm:pt modelId="{704DFD7B-2FDA-442C-83DF-86AAEDA20053}" type="pres">
      <dgm:prSet presAssocID="{9A803E57-3CD7-421B-B6B4-D146E7F9C766}" presName="Name13" presStyleLbl="parChTrans1D2" presStyleIdx="6" presStyleCnt="9"/>
      <dgm:spPr/>
    </dgm:pt>
    <dgm:pt modelId="{047B5827-AAC6-4F28-A1AE-BF9E575B9A0F}" type="pres">
      <dgm:prSet presAssocID="{744ECFDC-B728-454B-B563-C152A2F1F279}" presName="childText" presStyleLbl="bgAcc1" presStyleIdx="6" presStyleCnt="9">
        <dgm:presLayoutVars>
          <dgm:bulletEnabled val="1"/>
        </dgm:presLayoutVars>
      </dgm:prSet>
      <dgm:spPr/>
    </dgm:pt>
    <dgm:pt modelId="{4ABA1463-5681-4490-ABD5-24F59CA6C0D6}" type="pres">
      <dgm:prSet presAssocID="{9E795A59-8D43-45EC-A487-95CC45515E9F}" presName="Name13" presStyleLbl="parChTrans1D2" presStyleIdx="7" presStyleCnt="9"/>
      <dgm:spPr/>
    </dgm:pt>
    <dgm:pt modelId="{A84A72A1-02B8-4857-9986-4A04280366AF}" type="pres">
      <dgm:prSet presAssocID="{F68EFF67-B2FA-4482-B4B4-74C12043E5A3}" presName="childText" presStyleLbl="bgAcc1" presStyleIdx="7" presStyleCnt="9">
        <dgm:presLayoutVars>
          <dgm:bulletEnabled val="1"/>
        </dgm:presLayoutVars>
      </dgm:prSet>
      <dgm:spPr/>
    </dgm:pt>
    <dgm:pt modelId="{D735E14A-51C5-4A2F-85F2-FEF60E19E120}" type="pres">
      <dgm:prSet presAssocID="{18EA7FF8-FF53-4C52-8A3D-0ECE4AB03049}" presName="Name13" presStyleLbl="parChTrans1D2" presStyleIdx="8" presStyleCnt="9"/>
      <dgm:spPr/>
    </dgm:pt>
    <dgm:pt modelId="{D54D8BCE-9E57-4C87-BDC7-833A93406E47}" type="pres">
      <dgm:prSet presAssocID="{FED6585C-C169-411D-B066-691EBD601124}" presName="childText" presStyleLbl="bgAcc1" presStyleIdx="8" presStyleCnt="9">
        <dgm:presLayoutVars>
          <dgm:bulletEnabled val="1"/>
        </dgm:presLayoutVars>
      </dgm:prSet>
      <dgm:spPr/>
    </dgm:pt>
  </dgm:ptLst>
  <dgm:cxnLst>
    <dgm:cxn modelId="{A1AF550B-CE5C-4F9C-94F8-170DD9667540}" srcId="{1A87156A-0046-47BD-8179-5C32DCFD0C86}" destId="{F68EFF67-B2FA-4482-B4B4-74C12043E5A3}" srcOrd="1" destOrd="0" parTransId="{9E795A59-8D43-45EC-A487-95CC45515E9F}" sibTransId="{A7E6CD61-1F4E-4B6B-BFF8-45EF31E68621}"/>
    <dgm:cxn modelId="{3FA8E00C-03F4-4329-9803-20BDEDED4DEF}" type="presOf" srcId="{91C25487-1739-4F67-A769-F03060E0EBE1}" destId="{30998BAB-D62B-4B4C-8693-46AB347A27C2}" srcOrd="0" destOrd="0" presId="urn:microsoft.com/office/officeart/2005/8/layout/hierarchy3"/>
    <dgm:cxn modelId="{DC0BBF0F-5FE0-4627-ABB3-4817E4CFCD03}" type="presOf" srcId="{5FF6F890-6C20-4085-A025-EE3958831D37}" destId="{24A45BC3-DD4B-45E4-96C2-A86DD260EBB8}" srcOrd="1" destOrd="0" presId="urn:microsoft.com/office/officeart/2005/8/layout/hierarchy3"/>
    <dgm:cxn modelId="{3F8C1515-5C92-43C3-830D-4742A9F5B35F}" type="presOf" srcId="{B684C086-7D42-4137-B17A-D10641553DAB}" destId="{8BAA7050-ACDC-4A9B-92B7-C38EEE038443}" srcOrd="0" destOrd="0" presId="urn:microsoft.com/office/officeart/2005/8/layout/hierarchy3"/>
    <dgm:cxn modelId="{F9C30D16-77F3-43F1-8239-B533DFAD9092}" type="presOf" srcId="{21B02991-6325-4B1D-B067-4783E8552E59}" destId="{7123737F-BEDC-4EA7-8F2E-3B642FFD8EF8}" srcOrd="0" destOrd="0" presId="urn:microsoft.com/office/officeart/2005/8/layout/hierarchy3"/>
    <dgm:cxn modelId="{83221E1C-F72E-42F8-8E52-755C674CB7F2}" type="presOf" srcId="{37DBF5CE-82A2-4295-B2FB-D9667784D07B}" destId="{8D473DED-54E4-4B9D-8A1E-DA36F7451834}" srcOrd="0" destOrd="0" presId="urn:microsoft.com/office/officeart/2005/8/layout/hierarchy3"/>
    <dgm:cxn modelId="{E61DAF1C-2CFA-43FD-B8E4-94A011367E7F}" srcId="{5FF6F890-6C20-4085-A025-EE3958831D37}" destId="{37DBF5CE-82A2-4295-B2FB-D9667784D07B}" srcOrd="1" destOrd="0" parTransId="{3B9117AE-99DE-4993-BF58-1467CEE491E2}" sibTransId="{18EF15D7-2119-4CE1-83EF-9A1E8DF6876C}"/>
    <dgm:cxn modelId="{EE142F21-D4F0-464F-BF4E-1DF55118AC9A}" srcId="{1A87156A-0046-47BD-8179-5C32DCFD0C86}" destId="{744ECFDC-B728-454B-B563-C152A2F1F279}" srcOrd="0" destOrd="0" parTransId="{9A803E57-3CD7-421B-B6B4-D146E7F9C766}" sibTransId="{102938D6-E8EB-4BA4-BFD9-E85401A36303}"/>
    <dgm:cxn modelId="{618CBE21-1F93-48F0-B9F5-03A0045C495D}" type="presOf" srcId="{1A87156A-0046-47BD-8179-5C32DCFD0C86}" destId="{0397EDA3-C04F-4E94-9EF5-AD3B536A58BB}" srcOrd="1" destOrd="0" presId="urn:microsoft.com/office/officeart/2005/8/layout/hierarchy3"/>
    <dgm:cxn modelId="{B6E5E223-5EFB-4DD6-B710-BAB2D9358707}" type="presOf" srcId="{E1CDC32C-1F96-4D29-A6F6-14621EEFF41E}" destId="{C7435BBE-0399-48A9-898C-B43E48B0DAB3}" srcOrd="0" destOrd="0" presId="urn:microsoft.com/office/officeart/2005/8/layout/hierarchy3"/>
    <dgm:cxn modelId="{7ECCA83B-366A-489E-A499-057F6DB13AC9}" type="presOf" srcId="{59B42ED5-F5FE-44BB-9145-275648CF55A5}" destId="{7CE9EA0D-0278-46AB-A0C4-E7DBC5781483}" srcOrd="0" destOrd="0" presId="urn:microsoft.com/office/officeart/2005/8/layout/hierarchy3"/>
    <dgm:cxn modelId="{61272A3C-BC89-4227-9175-F6124CE86D61}" srcId="{5FF6F890-6C20-4085-A025-EE3958831D37}" destId="{4829AE22-92E6-49B1-A5F4-616F94623CFA}" srcOrd="0" destOrd="0" parTransId="{A3BF4DD9-57FB-46AE-B5AD-EDD6B8977E86}" sibTransId="{802373AF-35C3-4558-9D19-4A56881F9017}"/>
    <dgm:cxn modelId="{24727B3D-D8DD-4F16-8F37-0FB8F0A6991E}" srcId="{51193992-DDD1-409F-B153-11AE1C47274F}" destId="{AD7BF0EF-D07C-4AD6-BCBA-24ED9DACBB0F}" srcOrd="2" destOrd="0" parTransId="{E1CDC32C-1F96-4D29-A6F6-14621EEFF41E}" sibTransId="{74E16D6D-05F6-4ABB-8C49-9DB0735AAB09}"/>
    <dgm:cxn modelId="{BA393C5E-D87A-4A72-90CC-F66D57E068A0}" type="presOf" srcId="{5FF6F890-6C20-4085-A025-EE3958831D37}" destId="{D38BA5D8-68A4-4116-8B1C-89780F6FDA67}" srcOrd="0" destOrd="0" presId="urn:microsoft.com/office/officeart/2005/8/layout/hierarchy3"/>
    <dgm:cxn modelId="{026BF841-8D57-49BD-9879-E7F44A9560C9}" srcId="{51193992-DDD1-409F-B153-11AE1C47274F}" destId="{2CDBD605-1056-4DA8-B0C2-524BFF9EAFD5}" srcOrd="0" destOrd="0" parTransId="{91C25487-1739-4F67-A769-F03060E0EBE1}" sibTransId="{C2DCB443-B966-4856-9DEB-507D78EC93BF}"/>
    <dgm:cxn modelId="{B38DD246-464F-4719-911E-25AB8C12469D}" srcId="{59B42ED5-F5FE-44BB-9145-275648CF55A5}" destId="{51193992-DDD1-409F-B153-11AE1C47274F}" srcOrd="0" destOrd="0" parTransId="{396C54F5-7DF8-412F-9907-209CF85A76AF}" sibTransId="{ED401ECE-6887-4A3D-B34E-4A18464C5CAA}"/>
    <dgm:cxn modelId="{ACBC876B-FCD6-4B28-B6B6-AF94BE6E35E0}" type="presOf" srcId="{3B9117AE-99DE-4993-BF58-1467CEE491E2}" destId="{F056F189-21C3-45E0-828C-DFD2CC7AEA76}" srcOrd="0" destOrd="0" presId="urn:microsoft.com/office/officeart/2005/8/layout/hierarchy3"/>
    <dgm:cxn modelId="{9B626E55-76A0-4971-92A7-21367D1B4F55}" type="presOf" srcId="{FED6585C-C169-411D-B066-691EBD601124}" destId="{D54D8BCE-9E57-4C87-BDC7-833A93406E47}" srcOrd="0" destOrd="0" presId="urn:microsoft.com/office/officeart/2005/8/layout/hierarchy3"/>
    <dgm:cxn modelId="{29A5F577-CB5C-490C-8DA9-607974A4711D}" srcId="{5FF6F890-6C20-4085-A025-EE3958831D37}" destId="{21B02991-6325-4B1D-B067-4783E8552E59}" srcOrd="2" destOrd="0" parTransId="{12ED4CEB-14AE-4423-B795-0DA5A0C2D11F}" sibTransId="{AFE42090-DC0B-4AE3-9D19-0BD69DCDA90F}"/>
    <dgm:cxn modelId="{D0909F80-FC6A-479D-B890-D4BFC6D81A4C}" type="presOf" srcId="{9A803E57-3CD7-421B-B6B4-D146E7F9C766}" destId="{704DFD7B-2FDA-442C-83DF-86AAEDA20053}" srcOrd="0" destOrd="0" presId="urn:microsoft.com/office/officeart/2005/8/layout/hierarchy3"/>
    <dgm:cxn modelId="{5519B189-5F61-4350-9148-3F5728DC0322}" srcId="{59B42ED5-F5FE-44BB-9145-275648CF55A5}" destId="{1A87156A-0046-47BD-8179-5C32DCFD0C86}" srcOrd="2" destOrd="0" parTransId="{20161E98-7CFC-48A0-A1E0-2C98DBE57181}" sibTransId="{E5255D78-1EE3-4A0A-927F-413DCE63E4A3}"/>
    <dgm:cxn modelId="{C0AFF289-682D-4ED2-A211-B1A9A4935676}" srcId="{1A87156A-0046-47BD-8179-5C32DCFD0C86}" destId="{FED6585C-C169-411D-B066-691EBD601124}" srcOrd="2" destOrd="0" parTransId="{18EA7FF8-FF53-4C52-8A3D-0ECE4AB03049}" sibTransId="{5E97F1F2-C92D-4DB6-AB31-6CAEBABA0415}"/>
    <dgm:cxn modelId="{272CBC8B-D33D-49F4-AC7D-D970D6C3B9CE}" type="presOf" srcId="{F68EFF67-B2FA-4482-B4B4-74C12043E5A3}" destId="{A84A72A1-02B8-4857-9986-4A04280366AF}" srcOrd="0" destOrd="0" presId="urn:microsoft.com/office/officeart/2005/8/layout/hierarchy3"/>
    <dgm:cxn modelId="{FDA59595-A2EF-4730-9AC4-1D6D58D488A5}" type="presOf" srcId="{744ECFDC-B728-454B-B563-C152A2F1F279}" destId="{047B5827-AAC6-4F28-A1AE-BF9E575B9A0F}" srcOrd="0" destOrd="0" presId="urn:microsoft.com/office/officeart/2005/8/layout/hierarchy3"/>
    <dgm:cxn modelId="{165F3C96-D04A-4068-B4CC-347546AABCD9}" type="presOf" srcId="{4829AE22-92E6-49B1-A5F4-616F94623CFA}" destId="{6776E6A9-1759-4A5F-85B4-B1136D0A4967}" srcOrd="0" destOrd="0" presId="urn:microsoft.com/office/officeart/2005/8/layout/hierarchy3"/>
    <dgm:cxn modelId="{00E0F597-809E-4748-85D1-BAD341AADBB4}" type="presOf" srcId="{51193992-DDD1-409F-B153-11AE1C47274F}" destId="{39D8223B-9F66-4B97-842E-8DEE52B8DCA6}" srcOrd="1" destOrd="0" presId="urn:microsoft.com/office/officeart/2005/8/layout/hierarchy3"/>
    <dgm:cxn modelId="{71A4C19B-1D6F-4DB1-B033-0CEC5A3EAE8B}" type="presOf" srcId="{2CDBD605-1056-4DA8-B0C2-524BFF9EAFD5}" destId="{354D7CD5-18BE-4C38-873A-6D1AE5203553}" srcOrd="0" destOrd="0" presId="urn:microsoft.com/office/officeart/2005/8/layout/hierarchy3"/>
    <dgm:cxn modelId="{0AF564A1-D543-45AB-86CF-7A879D7FFA52}" type="presOf" srcId="{72726D03-CA55-4B88-895A-AA9505C5E1CC}" destId="{733E5C2A-85BB-46C9-AD4F-C9580E007D76}" srcOrd="0" destOrd="0" presId="urn:microsoft.com/office/officeart/2005/8/layout/hierarchy3"/>
    <dgm:cxn modelId="{4A7EFFA1-54D5-4F42-AABD-623F0121201A}" type="presOf" srcId="{AD7BF0EF-D07C-4AD6-BCBA-24ED9DACBB0F}" destId="{0080D331-7A67-45C9-A05E-45F17DFCB964}" srcOrd="0" destOrd="0" presId="urn:microsoft.com/office/officeart/2005/8/layout/hierarchy3"/>
    <dgm:cxn modelId="{0782B9A4-55A7-48DA-ADFE-0F6E6614D8F5}" type="presOf" srcId="{A3BF4DD9-57FB-46AE-B5AD-EDD6B8977E86}" destId="{CF547F6A-FF25-441E-8B2C-3FAE36C6553E}" srcOrd="0" destOrd="0" presId="urn:microsoft.com/office/officeart/2005/8/layout/hierarchy3"/>
    <dgm:cxn modelId="{F77A14C6-3666-4FC8-8215-F9159352EFE3}" type="presOf" srcId="{9E795A59-8D43-45EC-A487-95CC45515E9F}" destId="{4ABA1463-5681-4490-ABD5-24F59CA6C0D6}" srcOrd="0" destOrd="0" presId="urn:microsoft.com/office/officeart/2005/8/layout/hierarchy3"/>
    <dgm:cxn modelId="{6B9855CD-1DCB-402F-8069-338B886BB48D}" srcId="{59B42ED5-F5FE-44BB-9145-275648CF55A5}" destId="{5FF6F890-6C20-4085-A025-EE3958831D37}" srcOrd="1" destOrd="0" parTransId="{737C1B65-0D6E-4ED1-AC37-9C1C57BBC344}" sibTransId="{F3D75B1E-7BED-4A05-9E02-A9938DFAE53A}"/>
    <dgm:cxn modelId="{7015A1D1-F1D6-417A-AC8B-42FEC981E604}" srcId="{51193992-DDD1-409F-B153-11AE1C47274F}" destId="{B684C086-7D42-4137-B17A-D10641553DAB}" srcOrd="1" destOrd="0" parTransId="{72726D03-CA55-4B88-895A-AA9505C5E1CC}" sibTransId="{00F2F23C-CAD2-4E32-9488-B83401BE861B}"/>
    <dgm:cxn modelId="{95D2C9D6-A8DE-4AAB-B32A-C83E35962B80}" type="presOf" srcId="{18EA7FF8-FF53-4C52-8A3D-0ECE4AB03049}" destId="{D735E14A-51C5-4A2F-85F2-FEF60E19E120}" srcOrd="0" destOrd="0" presId="urn:microsoft.com/office/officeart/2005/8/layout/hierarchy3"/>
    <dgm:cxn modelId="{BCD790DB-12D9-42C4-AB31-5D0074A1731D}" type="presOf" srcId="{1A87156A-0046-47BD-8179-5C32DCFD0C86}" destId="{52F1D02A-17CC-4C8F-8BAA-AAAD512B936E}" srcOrd="0" destOrd="0" presId="urn:microsoft.com/office/officeart/2005/8/layout/hierarchy3"/>
    <dgm:cxn modelId="{6B6E47F5-475D-4C74-AD88-75AC94CFA516}" type="presOf" srcId="{51193992-DDD1-409F-B153-11AE1C47274F}" destId="{F29CC33F-C43B-4F99-85CE-1A4C961CB78F}" srcOrd="0" destOrd="0" presId="urn:microsoft.com/office/officeart/2005/8/layout/hierarchy3"/>
    <dgm:cxn modelId="{5D12A0FC-12A0-4854-B22F-76A12DA75205}" type="presOf" srcId="{12ED4CEB-14AE-4423-B795-0DA5A0C2D11F}" destId="{AF0F3604-FD1A-4553-931C-70D4A3EA043F}" srcOrd="0" destOrd="0" presId="urn:microsoft.com/office/officeart/2005/8/layout/hierarchy3"/>
    <dgm:cxn modelId="{1E8E94F3-B413-48E3-8AF6-5E6FF0451938}" type="presParOf" srcId="{7CE9EA0D-0278-46AB-A0C4-E7DBC5781483}" destId="{5FAAC129-7F65-49F5-BC6E-20E72241FBD9}" srcOrd="0" destOrd="0" presId="urn:microsoft.com/office/officeart/2005/8/layout/hierarchy3"/>
    <dgm:cxn modelId="{7CA46820-CBA8-4CA8-BF07-917221656B5C}" type="presParOf" srcId="{5FAAC129-7F65-49F5-BC6E-20E72241FBD9}" destId="{6F53E782-F468-4899-B19A-1EC899AE734D}" srcOrd="0" destOrd="0" presId="urn:microsoft.com/office/officeart/2005/8/layout/hierarchy3"/>
    <dgm:cxn modelId="{380BBBF9-33B2-445B-B309-A9324AE28C41}" type="presParOf" srcId="{6F53E782-F468-4899-B19A-1EC899AE734D}" destId="{F29CC33F-C43B-4F99-85CE-1A4C961CB78F}" srcOrd="0" destOrd="0" presId="urn:microsoft.com/office/officeart/2005/8/layout/hierarchy3"/>
    <dgm:cxn modelId="{4C67A3B9-06E2-4AB7-94B0-868132A3DE13}" type="presParOf" srcId="{6F53E782-F468-4899-B19A-1EC899AE734D}" destId="{39D8223B-9F66-4B97-842E-8DEE52B8DCA6}" srcOrd="1" destOrd="0" presId="urn:microsoft.com/office/officeart/2005/8/layout/hierarchy3"/>
    <dgm:cxn modelId="{B3A6E25C-18B8-40AE-8261-B72D7E70D8BA}" type="presParOf" srcId="{5FAAC129-7F65-49F5-BC6E-20E72241FBD9}" destId="{26F8C9B4-AADC-4A12-9A9B-678907DA000C}" srcOrd="1" destOrd="0" presId="urn:microsoft.com/office/officeart/2005/8/layout/hierarchy3"/>
    <dgm:cxn modelId="{9EB30426-6C3E-4972-B810-AC692118D3CD}" type="presParOf" srcId="{26F8C9B4-AADC-4A12-9A9B-678907DA000C}" destId="{30998BAB-D62B-4B4C-8693-46AB347A27C2}" srcOrd="0" destOrd="0" presId="urn:microsoft.com/office/officeart/2005/8/layout/hierarchy3"/>
    <dgm:cxn modelId="{16BA96FF-77A5-4FCB-9CD2-1953EBE28FE0}" type="presParOf" srcId="{26F8C9B4-AADC-4A12-9A9B-678907DA000C}" destId="{354D7CD5-18BE-4C38-873A-6D1AE5203553}" srcOrd="1" destOrd="0" presId="urn:microsoft.com/office/officeart/2005/8/layout/hierarchy3"/>
    <dgm:cxn modelId="{11348B16-1AC2-4A57-8926-97F55240E395}" type="presParOf" srcId="{26F8C9B4-AADC-4A12-9A9B-678907DA000C}" destId="{733E5C2A-85BB-46C9-AD4F-C9580E007D76}" srcOrd="2" destOrd="0" presId="urn:microsoft.com/office/officeart/2005/8/layout/hierarchy3"/>
    <dgm:cxn modelId="{AE9A39E8-84EA-46A3-B13F-F6168538CA9D}" type="presParOf" srcId="{26F8C9B4-AADC-4A12-9A9B-678907DA000C}" destId="{8BAA7050-ACDC-4A9B-92B7-C38EEE038443}" srcOrd="3" destOrd="0" presId="urn:microsoft.com/office/officeart/2005/8/layout/hierarchy3"/>
    <dgm:cxn modelId="{53E95293-837B-41BC-B8E9-506C434959AA}" type="presParOf" srcId="{26F8C9B4-AADC-4A12-9A9B-678907DA000C}" destId="{C7435BBE-0399-48A9-898C-B43E48B0DAB3}" srcOrd="4" destOrd="0" presId="urn:microsoft.com/office/officeart/2005/8/layout/hierarchy3"/>
    <dgm:cxn modelId="{FD06519F-C997-44FC-B078-0EACA0DAEF1A}" type="presParOf" srcId="{26F8C9B4-AADC-4A12-9A9B-678907DA000C}" destId="{0080D331-7A67-45C9-A05E-45F17DFCB964}" srcOrd="5" destOrd="0" presId="urn:microsoft.com/office/officeart/2005/8/layout/hierarchy3"/>
    <dgm:cxn modelId="{99CDBEEA-4A26-4EB1-8E23-7C86A8FD594C}" type="presParOf" srcId="{7CE9EA0D-0278-46AB-A0C4-E7DBC5781483}" destId="{AD1CAFB9-0770-468C-9B25-52B6A7B635D7}" srcOrd="1" destOrd="0" presId="urn:microsoft.com/office/officeart/2005/8/layout/hierarchy3"/>
    <dgm:cxn modelId="{98BE02CC-C61F-45C4-9F8B-06787C0281DC}" type="presParOf" srcId="{AD1CAFB9-0770-468C-9B25-52B6A7B635D7}" destId="{461CBB66-F777-463F-B26B-5EF140D01A99}" srcOrd="0" destOrd="0" presId="urn:microsoft.com/office/officeart/2005/8/layout/hierarchy3"/>
    <dgm:cxn modelId="{DBBDFB8A-5499-45A2-9CA8-A771A86EFAD1}" type="presParOf" srcId="{461CBB66-F777-463F-B26B-5EF140D01A99}" destId="{D38BA5D8-68A4-4116-8B1C-89780F6FDA67}" srcOrd="0" destOrd="0" presId="urn:microsoft.com/office/officeart/2005/8/layout/hierarchy3"/>
    <dgm:cxn modelId="{AE3122B8-BA3D-4A2E-8BCE-432B7BB0B88B}" type="presParOf" srcId="{461CBB66-F777-463F-B26B-5EF140D01A99}" destId="{24A45BC3-DD4B-45E4-96C2-A86DD260EBB8}" srcOrd="1" destOrd="0" presId="urn:microsoft.com/office/officeart/2005/8/layout/hierarchy3"/>
    <dgm:cxn modelId="{E97979B6-0828-4843-AF75-D78E2E70EF9D}" type="presParOf" srcId="{AD1CAFB9-0770-468C-9B25-52B6A7B635D7}" destId="{DEEA234F-7C6E-4364-820A-8FDFE0D471B4}" srcOrd="1" destOrd="0" presId="urn:microsoft.com/office/officeart/2005/8/layout/hierarchy3"/>
    <dgm:cxn modelId="{C7771630-E9D1-47B1-8378-C77E30ABC16B}" type="presParOf" srcId="{DEEA234F-7C6E-4364-820A-8FDFE0D471B4}" destId="{CF547F6A-FF25-441E-8B2C-3FAE36C6553E}" srcOrd="0" destOrd="0" presId="urn:microsoft.com/office/officeart/2005/8/layout/hierarchy3"/>
    <dgm:cxn modelId="{A3FFC7ED-450E-4831-A33B-246E42BA17AD}" type="presParOf" srcId="{DEEA234F-7C6E-4364-820A-8FDFE0D471B4}" destId="{6776E6A9-1759-4A5F-85B4-B1136D0A4967}" srcOrd="1" destOrd="0" presId="urn:microsoft.com/office/officeart/2005/8/layout/hierarchy3"/>
    <dgm:cxn modelId="{C66FC6B6-2421-4CCD-8506-6B126B78D562}" type="presParOf" srcId="{DEEA234F-7C6E-4364-820A-8FDFE0D471B4}" destId="{F056F189-21C3-45E0-828C-DFD2CC7AEA76}" srcOrd="2" destOrd="0" presId="urn:microsoft.com/office/officeart/2005/8/layout/hierarchy3"/>
    <dgm:cxn modelId="{032BD441-ED78-4F5E-80E3-F4440BD655B5}" type="presParOf" srcId="{DEEA234F-7C6E-4364-820A-8FDFE0D471B4}" destId="{8D473DED-54E4-4B9D-8A1E-DA36F7451834}" srcOrd="3" destOrd="0" presId="urn:microsoft.com/office/officeart/2005/8/layout/hierarchy3"/>
    <dgm:cxn modelId="{4CC329EF-B772-4DAD-92EE-235E71EB8310}" type="presParOf" srcId="{DEEA234F-7C6E-4364-820A-8FDFE0D471B4}" destId="{AF0F3604-FD1A-4553-931C-70D4A3EA043F}" srcOrd="4" destOrd="0" presId="urn:microsoft.com/office/officeart/2005/8/layout/hierarchy3"/>
    <dgm:cxn modelId="{94296A01-3645-4101-9EEF-D97602FB2B9E}" type="presParOf" srcId="{DEEA234F-7C6E-4364-820A-8FDFE0D471B4}" destId="{7123737F-BEDC-4EA7-8F2E-3B642FFD8EF8}" srcOrd="5" destOrd="0" presId="urn:microsoft.com/office/officeart/2005/8/layout/hierarchy3"/>
    <dgm:cxn modelId="{51CD2862-904A-4BC7-B771-DAE76634F6C2}" type="presParOf" srcId="{7CE9EA0D-0278-46AB-A0C4-E7DBC5781483}" destId="{D7A3C637-93D1-4D07-B0BB-95090145D3E3}" srcOrd="2" destOrd="0" presId="urn:microsoft.com/office/officeart/2005/8/layout/hierarchy3"/>
    <dgm:cxn modelId="{CEE49313-000A-4A93-B27A-F0506CC3E42C}" type="presParOf" srcId="{D7A3C637-93D1-4D07-B0BB-95090145D3E3}" destId="{97E03675-BF94-44D2-99EB-0F9D47D9A8DC}" srcOrd="0" destOrd="0" presId="urn:microsoft.com/office/officeart/2005/8/layout/hierarchy3"/>
    <dgm:cxn modelId="{B8AFB656-0C25-45A0-833A-2C2EAA87E4D9}" type="presParOf" srcId="{97E03675-BF94-44D2-99EB-0F9D47D9A8DC}" destId="{52F1D02A-17CC-4C8F-8BAA-AAAD512B936E}" srcOrd="0" destOrd="0" presId="urn:microsoft.com/office/officeart/2005/8/layout/hierarchy3"/>
    <dgm:cxn modelId="{C3DB3BAE-0AF5-4ED2-9940-A274C5AAB54E}" type="presParOf" srcId="{97E03675-BF94-44D2-99EB-0F9D47D9A8DC}" destId="{0397EDA3-C04F-4E94-9EF5-AD3B536A58BB}" srcOrd="1" destOrd="0" presId="urn:microsoft.com/office/officeart/2005/8/layout/hierarchy3"/>
    <dgm:cxn modelId="{D92255E9-E2F8-47B7-92A9-81CBF48F7404}" type="presParOf" srcId="{D7A3C637-93D1-4D07-B0BB-95090145D3E3}" destId="{20AF4181-ECDE-4CA6-9C92-D1FCD7765E55}" srcOrd="1" destOrd="0" presId="urn:microsoft.com/office/officeart/2005/8/layout/hierarchy3"/>
    <dgm:cxn modelId="{E9009D91-9828-4DA7-8B88-0D4175418B0F}" type="presParOf" srcId="{20AF4181-ECDE-4CA6-9C92-D1FCD7765E55}" destId="{704DFD7B-2FDA-442C-83DF-86AAEDA20053}" srcOrd="0" destOrd="0" presId="urn:microsoft.com/office/officeart/2005/8/layout/hierarchy3"/>
    <dgm:cxn modelId="{C12A89B6-9845-4233-8A38-06B2A36E13B2}" type="presParOf" srcId="{20AF4181-ECDE-4CA6-9C92-D1FCD7765E55}" destId="{047B5827-AAC6-4F28-A1AE-BF9E575B9A0F}" srcOrd="1" destOrd="0" presId="urn:microsoft.com/office/officeart/2005/8/layout/hierarchy3"/>
    <dgm:cxn modelId="{371E0513-7B01-4D7D-97D5-1D04CE323BF6}" type="presParOf" srcId="{20AF4181-ECDE-4CA6-9C92-D1FCD7765E55}" destId="{4ABA1463-5681-4490-ABD5-24F59CA6C0D6}" srcOrd="2" destOrd="0" presId="urn:microsoft.com/office/officeart/2005/8/layout/hierarchy3"/>
    <dgm:cxn modelId="{68E7D9C7-0789-4B0D-A769-E941437CF107}" type="presParOf" srcId="{20AF4181-ECDE-4CA6-9C92-D1FCD7765E55}" destId="{A84A72A1-02B8-4857-9986-4A04280366AF}" srcOrd="3" destOrd="0" presId="urn:microsoft.com/office/officeart/2005/8/layout/hierarchy3"/>
    <dgm:cxn modelId="{F9087BAE-6A11-4F02-B749-A159B102AD6D}" type="presParOf" srcId="{20AF4181-ECDE-4CA6-9C92-D1FCD7765E55}" destId="{D735E14A-51C5-4A2F-85F2-FEF60E19E120}" srcOrd="4" destOrd="0" presId="urn:microsoft.com/office/officeart/2005/8/layout/hierarchy3"/>
    <dgm:cxn modelId="{6AAB8641-1BDD-4EBD-B54D-B47EEE0E07A0}" type="presParOf" srcId="{20AF4181-ECDE-4CA6-9C92-D1FCD7765E55}" destId="{D54D8BCE-9E57-4C87-BDC7-833A93406E47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B668EEC-39BC-42BA-A3D7-6CC99B1F4896}" type="doc">
      <dgm:prSet loTypeId="urn:microsoft.com/office/officeart/2011/layout/CircleProcess" loCatId="process" qsTypeId="urn:microsoft.com/office/officeart/2005/8/quickstyle/simple1" qsCatId="simple" csTypeId="urn:microsoft.com/office/officeart/2005/8/colors/accent0_1" csCatId="mainScheme" phldr="1"/>
      <dgm:spPr/>
    </dgm:pt>
    <dgm:pt modelId="{88DD85E8-0CC0-4939-BE4E-481FAC4E3D08}">
      <dgm:prSet/>
      <dgm:spPr/>
      <dgm:t>
        <a:bodyPr/>
        <a:lstStyle/>
        <a:p>
          <a:pPr>
            <a:buNone/>
          </a:pPr>
          <a:r>
            <a:rPr lang="en-US"/>
            <a:t>Mar–Apr: Detection signal design</a:t>
          </a:r>
        </a:p>
      </dgm:t>
    </dgm:pt>
    <dgm:pt modelId="{FD5DDF75-5E17-499B-AF8C-BF98243F22A2}" type="parTrans" cxnId="{AA87D411-C8A2-4DEB-ADF9-749F6A7D9937}">
      <dgm:prSet/>
      <dgm:spPr/>
      <dgm:t>
        <a:bodyPr/>
        <a:lstStyle/>
        <a:p>
          <a:endParaRPr lang="en-US"/>
        </a:p>
      </dgm:t>
    </dgm:pt>
    <dgm:pt modelId="{D86217E0-7AB7-4826-A1C4-EEE203830D7E}" type="sibTrans" cxnId="{AA87D411-C8A2-4DEB-ADF9-749F6A7D9937}">
      <dgm:prSet/>
      <dgm:spPr/>
      <dgm:t>
        <a:bodyPr/>
        <a:lstStyle/>
        <a:p>
          <a:endParaRPr lang="en-US"/>
        </a:p>
      </dgm:t>
    </dgm:pt>
    <dgm:pt modelId="{9705B269-7188-499F-9D4A-8DAA8400AC3D}">
      <dgm:prSet/>
      <dgm:spPr/>
      <dgm:t>
        <a:bodyPr/>
        <a:lstStyle/>
        <a:p>
          <a:pPr>
            <a:buNone/>
          </a:pPr>
          <a:r>
            <a:rPr lang="en-US"/>
            <a:t>Apr: Recovery mechanisms</a:t>
          </a:r>
        </a:p>
      </dgm:t>
    </dgm:pt>
    <dgm:pt modelId="{6EFF8C29-D5B3-4E6D-A1BC-79502AE14FE4}" type="parTrans" cxnId="{7F147FA0-6D08-4B4F-BBFA-C27319D679FC}">
      <dgm:prSet/>
      <dgm:spPr/>
      <dgm:t>
        <a:bodyPr/>
        <a:lstStyle/>
        <a:p>
          <a:endParaRPr lang="en-US"/>
        </a:p>
      </dgm:t>
    </dgm:pt>
    <dgm:pt modelId="{A642BBFA-F37F-480E-8CED-7958CC4B20DB}" type="sibTrans" cxnId="{7F147FA0-6D08-4B4F-BBFA-C27319D679FC}">
      <dgm:prSet/>
      <dgm:spPr/>
      <dgm:t>
        <a:bodyPr/>
        <a:lstStyle/>
        <a:p>
          <a:endParaRPr lang="en-US"/>
        </a:p>
      </dgm:t>
    </dgm:pt>
    <dgm:pt modelId="{F26CA61C-95B7-4133-8A9A-50EF4021D24E}">
      <dgm:prSet/>
      <dgm:spPr/>
      <dgm:t>
        <a:bodyPr/>
        <a:lstStyle/>
        <a:p>
          <a:pPr>
            <a:buNone/>
          </a:pPr>
          <a:r>
            <a:rPr lang="en-US"/>
            <a:t>May: Final consolidation &amp; thesis submission</a:t>
          </a:r>
        </a:p>
      </dgm:t>
    </dgm:pt>
    <dgm:pt modelId="{7E6095BA-30F8-4EE9-BAE4-550C7105AB61}" type="parTrans" cxnId="{A062928E-A1E8-4AFB-874D-E6668B5CE62F}">
      <dgm:prSet/>
      <dgm:spPr/>
      <dgm:t>
        <a:bodyPr/>
        <a:lstStyle/>
        <a:p>
          <a:endParaRPr lang="en-US"/>
        </a:p>
      </dgm:t>
    </dgm:pt>
    <dgm:pt modelId="{9C1B0586-5526-45FC-B94C-82113B685F3C}" type="sibTrans" cxnId="{A062928E-A1E8-4AFB-874D-E6668B5CE62F}">
      <dgm:prSet/>
      <dgm:spPr/>
      <dgm:t>
        <a:bodyPr/>
        <a:lstStyle/>
        <a:p>
          <a:endParaRPr lang="en-US"/>
        </a:p>
      </dgm:t>
    </dgm:pt>
    <dgm:pt modelId="{1AD6D2AE-BFB3-4FD0-BAF3-D85EDDF6AF5C}" type="pres">
      <dgm:prSet presAssocID="{1B668EEC-39BC-42BA-A3D7-6CC99B1F4896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66293BC6-DDB2-49C6-BB07-34D1AD8468AE}" type="pres">
      <dgm:prSet presAssocID="{F26CA61C-95B7-4133-8A9A-50EF4021D24E}" presName="Accent3" presStyleCnt="0"/>
      <dgm:spPr/>
    </dgm:pt>
    <dgm:pt modelId="{66E819F2-E055-4138-9FB7-6111F3D82E4A}" type="pres">
      <dgm:prSet presAssocID="{F26CA61C-95B7-4133-8A9A-50EF4021D24E}" presName="Accent" presStyleLbl="node1" presStyleIdx="0" presStyleCnt="3"/>
      <dgm:spPr/>
    </dgm:pt>
    <dgm:pt modelId="{8D2A2587-AF90-411F-AA28-ADCE430E3D9F}" type="pres">
      <dgm:prSet presAssocID="{F26CA61C-95B7-4133-8A9A-50EF4021D24E}" presName="ParentBackground3" presStyleCnt="0"/>
      <dgm:spPr/>
    </dgm:pt>
    <dgm:pt modelId="{1948051D-4299-426A-B6E1-45BA7DECCEDC}" type="pres">
      <dgm:prSet presAssocID="{F26CA61C-95B7-4133-8A9A-50EF4021D24E}" presName="ParentBackground" presStyleLbl="fgAcc1" presStyleIdx="0" presStyleCnt="3"/>
      <dgm:spPr/>
    </dgm:pt>
    <dgm:pt modelId="{5F55573B-AB98-4DAF-AB22-5D648C1274F3}" type="pres">
      <dgm:prSet presAssocID="{F26CA61C-95B7-4133-8A9A-50EF4021D24E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220CAC2D-09EF-45D6-BFAF-209EDE99074C}" type="pres">
      <dgm:prSet presAssocID="{9705B269-7188-499F-9D4A-8DAA8400AC3D}" presName="Accent2" presStyleCnt="0"/>
      <dgm:spPr/>
    </dgm:pt>
    <dgm:pt modelId="{9788C831-9B92-4085-AD01-20553E8E177C}" type="pres">
      <dgm:prSet presAssocID="{9705B269-7188-499F-9D4A-8DAA8400AC3D}" presName="Accent" presStyleLbl="node1" presStyleIdx="1" presStyleCnt="3"/>
      <dgm:spPr/>
    </dgm:pt>
    <dgm:pt modelId="{7ECDAC23-736C-4A4B-B98F-5965CCDBA537}" type="pres">
      <dgm:prSet presAssocID="{9705B269-7188-499F-9D4A-8DAA8400AC3D}" presName="ParentBackground2" presStyleCnt="0"/>
      <dgm:spPr/>
    </dgm:pt>
    <dgm:pt modelId="{13C0B90B-D180-43EC-904A-E8D344E2BED0}" type="pres">
      <dgm:prSet presAssocID="{9705B269-7188-499F-9D4A-8DAA8400AC3D}" presName="ParentBackground" presStyleLbl="fgAcc1" presStyleIdx="1" presStyleCnt="3"/>
      <dgm:spPr/>
    </dgm:pt>
    <dgm:pt modelId="{48D83981-4953-46F3-9423-7BDC9372254A}" type="pres">
      <dgm:prSet presAssocID="{9705B269-7188-499F-9D4A-8DAA8400AC3D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4E7AF921-E564-4453-B98C-F10C3046CCB7}" type="pres">
      <dgm:prSet presAssocID="{88DD85E8-0CC0-4939-BE4E-481FAC4E3D08}" presName="Accent1" presStyleCnt="0"/>
      <dgm:spPr/>
    </dgm:pt>
    <dgm:pt modelId="{C54A4386-324D-480A-A593-A480B53083E5}" type="pres">
      <dgm:prSet presAssocID="{88DD85E8-0CC0-4939-BE4E-481FAC4E3D08}" presName="Accent" presStyleLbl="node1" presStyleIdx="2" presStyleCnt="3"/>
      <dgm:spPr/>
    </dgm:pt>
    <dgm:pt modelId="{C9B09745-CEC5-44D3-B176-75AF94029493}" type="pres">
      <dgm:prSet presAssocID="{88DD85E8-0CC0-4939-BE4E-481FAC4E3D08}" presName="ParentBackground1" presStyleCnt="0"/>
      <dgm:spPr/>
    </dgm:pt>
    <dgm:pt modelId="{039CB9CF-8ACC-4CCD-9EA1-C50939F6D12F}" type="pres">
      <dgm:prSet presAssocID="{88DD85E8-0CC0-4939-BE4E-481FAC4E3D08}" presName="ParentBackground" presStyleLbl="fgAcc1" presStyleIdx="2" presStyleCnt="3"/>
      <dgm:spPr/>
    </dgm:pt>
    <dgm:pt modelId="{CEFC8C04-C2B4-418C-B4C5-CA587A0C9AA7}" type="pres">
      <dgm:prSet presAssocID="{88DD85E8-0CC0-4939-BE4E-481FAC4E3D08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AA87D411-C8A2-4DEB-ADF9-749F6A7D9937}" srcId="{1B668EEC-39BC-42BA-A3D7-6CC99B1F4896}" destId="{88DD85E8-0CC0-4939-BE4E-481FAC4E3D08}" srcOrd="0" destOrd="0" parTransId="{FD5DDF75-5E17-499B-AF8C-BF98243F22A2}" sibTransId="{D86217E0-7AB7-4826-A1C4-EEE203830D7E}"/>
    <dgm:cxn modelId="{34F2782E-E0A7-4576-99B3-E5991874B9B2}" type="presOf" srcId="{1B668EEC-39BC-42BA-A3D7-6CC99B1F4896}" destId="{1AD6D2AE-BFB3-4FD0-BAF3-D85EDDF6AF5C}" srcOrd="0" destOrd="0" presId="urn:microsoft.com/office/officeart/2011/layout/CircleProcess"/>
    <dgm:cxn modelId="{DE75694E-14C4-44C1-922D-A1512E27DC94}" type="presOf" srcId="{88DD85E8-0CC0-4939-BE4E-481FAC4E3D08}" destId="{CEFC8C04-C2B4-418C-B4C5-CA587A0C9AA7}" srcOrd="1" destOrd="0" presId="urn:microsoft.com/office/officeart/2011/layout/CircleProcess"/>
    <dgm:cxn modelId="{F0216270-C98B-460D-B278-6CB1F7DCA22B}" type="presOf" srcId="{88DD85E8-0CC0-4939-BE4E-481FAC4E3D08}" destId="{039CB9CF-8ACC-4CCD-9EA1-C50939F6D12F}" srcOrd="0" destOrd="0" presId="urn:microsoft.com/office/officeart/2011/layout/CircleProcess"/>
    <dgm:cxn modelId="{996C7881-C872-42D2-B480-D593FC6260B9}" type="presOf" srcId="{9705B269-7188-499F-9D4A-8DAA8400AC3D}" destId="{13C0B90B-D180-43EC-904A-E8D344E2BED0}" srcOrd="0" destOrd="0" presId="urn:microsoft.com/office/officeart/2011/layout/CircleProcess"/>
    <dgm:cxn modelId="{A062928E-A1E8-4AFB-874D-E6668B5CE62F}" srcId="{1B668EEC-39BC-42BA-A3D7-6CC99B1F4896}" destId="{F26CA61C-95B7-4133-8A9A-50EF4021D24E}" srcOrd="2" destOrd="0" parTransId="{7E6095BA-30F8-4EE9-BAE4-550C7105AB61}" sibTransId="{9C1B0586-5526-45FC-B94C-82113B685F3C}"/>
    <dgm:cxn modelId="{7F147FA0-6D08-4B4F-BBFA-C27319D679FC}" srcId="{1B668EEC-39BC-42BA-A3D7-6CC99B1F4896}" destId="{9705B269-7188-499F-9D4A-8DAA8400AC3D}" srcOrd="1" destOrd="0" parTransId="{6EFF8C29-D5B3-4E6D-A1BC-79502AE14FE4}" sibTransId="{A642BBFA-F37F-480E-8CED-7958CC4B20DB}"/>
    <dgm:cxn modelId="{837087C3-A912-486B-8597-46C3DAD394A9}" type="presOf" srcId="{9705B269-7188-499F-9D4A-8DAA8400AC3D}" destId="{48D83981-4953-46F3-9423-7BDC9372254A}" srcOrd="1" destOrd="0" presId="urn:microsoft.com/office/officeart/2011/layout/CircleProcess"/>
    <dgm:cxn modelId="{0231A3CC-68E5-4657-93A3-D956300619A8}" type="presOf" srcId="{F26CA61C-95B7-4133-8A9A-50EF4021D24E}" destId="{1948051D-4299-426A-B6E1-45BA7DECCEDC}" srcOrd="0" destOrd="0" presId="urn:microsoft.com/office/officeart/2011/layout/CircleProcess"/>
    <dgm:cxn modelId="{40C9EEFF-E93F-4223-B7EB-C3DBE20F3B1E}" type="presOf" srcId="{F26CA61C-95B7-4133-8A9A-50EF4021D24E}" destId="{5F55573B-AB98-4DAF-AB22-5D648C1274F3}" srcOrd="1" destOrd="0" presId="urn:microsoft.com/office/officeart/2011/layout/CircleProcess"/>
    <dgm:cxn modelId="{394B59E8-5EA9-45A5-BB07-3582AC00BB86}" type="presParOf" srcId="{1AD6D2AE-BFB3-4FD0-BAF3-D85EDDF6AF5C}" destId="{66293BC6-DDB2-49C6-BB07-34D1AD8468AE}" srcOrd="0" destOrd="0" presId="urn:microsoft.com/office/officeart/2011/layout/CircleProcess"/>
    <dgm:cxn modelId="{6AA152F4-DD6E-4C06-A6B2-E6888CAF6731}" type="presParOf" srcId="{66293BC6-DDB2-49C6-BB07-34D1AD8468AE}" destId="{66E819F2-E055-4138-9FB7-6111F3D82E4A}" srcOrd="0" destOrd="0" presId="urn:microsoft.com/office/officeart/2011/layout/CircleProcess"/>
    <dgm:cxn modelId="{32E464B9-04F7-460D-A570-1A6A882E94B9}" type="presParOf" srcId="{1AD6D2AE-BFB3-4FD0-BAF3-D85EDDF6AF5C}" destId="{8D2A2587-AF90-411F-AA28-ADCE430E3D9F}" srcOrd="1" destOrd="0" presId="urn:microsoft.com/office/officeart/2011/layout/CircleProcess"/>
    <dgm:cxn modelId="{3B760BC0-EE2D-4D29-969A-D256991BFF66}" type="presParOf" srcId="{8D2A2587-AF90-411F-AA28-ADCE430E3D9F}" destId="{1948051D-4299-426A-B6E1-45BA7DECCEDC}" srcOrd="0" destOrd="0" presId="urn:microsoft.com/office/officeart/2011/layout/CircleProcess"/>
    <dgm:cxn modelId="{7C752B86-3E06-43CC-BDE4-19CFA2C2405E}" type="presParOf" srcId="{1AD6D2AE-BFB3-4FD0-BAF3-D85EDDF6AF5C}" destId="{5F55573B-AB98-4DAF-AB22-5D648C1274F3}" srcOrd="2" destOrd="0" presId="urn:microsoft.com/office/officeart/2011/layout/CircleProcess"/>
    <dgm:cxn modelId="{08625D04-2A86-49EF-A411-A8CAF3708C12}" type="presParOf" srcId="{1AD6D2AE-BFB3-4FD0-BAF3-D85EDDF6AF5C}" destId="{220CAC2D-09EF-45D6-BFAF-209EDE99074C}" srcOrd="3" destOrd="0" presId="urn:microsoft.com/office/officeart/2011/layout/CircleProcess"/>
    <dgm:cxn modelId="{FB9D1235-8A2F-44CA-A5B0-4764905F9DD5}" type="presParOf" srcId="{220CAC2D-09EF-45D6-BFAF-209EDE99074C}" destId="{9788C831-9B92-4085-AD01-20553E8E177C}" srcOrd="0" destOrd="0" presId="urn:microsoft.com/office/officeart/2011/layout/CircleProcess"/>
    <dgm:cxn modelId="{462605A5-769D-407D-A2E2-F3EB0FE0B98C}" type="presParOf" srcId="{1AD6D2AE-BFB3-4FD0-BAF3-D85EDDF6AF5C}" destId="{7ECDAC23-736C-4A4B-B98F-5965CCDBA537}" srcOrd="4" destOrd="0" presId="urn:microsoft.com/office/officeart/2011/layout/CircleProcess"/>
    <dgm:cxn modelId="{C70BBF13-75E9-4152-B63F-EC30745527B0}" type="presParOf" srcId="{7ECDAC23-736C-4A4B-B98F-5965CCDBA537}" destId="{13C0B90B-D180-43EC-904A-E8D344E2BED0}" srcOrd="0" destOrd="0" presId="urn:microsoft.com/office/officeart/2011/layout/CircleProcess"/>
    <dgm:cxn modelId="{E672BBAC-1C31-4D61-BE48-BC8E299E7298}" type="presParOf" srcId="{1AD6D2AE-BFB3-4FD0-BAF3-D85EDDF6AF5C}" destId="{48D83981-4953-46F3-9423-7BDC9372254A}" srcOrd="5" destOrd="0" presId="urn:microsoft.com/office/officeart/2011/layout/CircleProcess"/>
    <dgm:cxn modelId="{7ED2278A-0618-4EC3-B005-A577974BED8B}" type="presParOf" srcId="{1AD6D2AE-BFB3-4FD0-BAF3-D85EDDF6AF5C}" destId="{4E7AF921-E564-4453-B98C-F10C3046CCB7}" srcOrd="6" destOrd="0" presId="urn:microsoft.com/office/officeart/2011/layout/CircleProcess"/>
    <dgm:cxn modelId="{E1A18439-37AE-4A1F-91CD-CFF6F5FBA6A3}" type="presParOf" srcId="{4E7AF921-E564-4453-B98C-F10C3046CCB7}" destId="{C54A4386-324D-480A-A593-A480B53083E5}" srcOrd="0" destOrd="0" presId="urn:microsoft.com/office/officeart/2011/layout/CircleProcess"/>
    <dgm:cxn modelId="{AD938B36-3EAD-441E-BDFF-9C0A1AC4BC55}" type="presParOf" srcId="{1AD6D2AE-BFB3-4FD0-BAF3-D85EDDF6AF5C}" destId="{C9B09745-CEC5-44D3-B176-75AF94029493}" srcOrd="7" destOrd="0" presId="urn:microsoft.com/office/officeart/2011/layout/CircleProcess"/>
    <dgm:cxn modelId="{6F83E986-6986-4AD7-BEC4-C9D09EACE3E3}" type="presParOf" srcId="{C9B09745-CEC5-44D3-B176-75AF94029493}" destId="{039CB9CF-8ACC-4CCD-9EA1-C50939F6D12F}" srcOrd="0" destOrd="0" presId="urn:microsoft.com/office/officeart/2011/layout/CircleProcess"/>
    <dgm:cxn modelId="{5399E222-4E44-46E1-BFC2-C45A1AE607D4}" type="presParOf" srcId="{1AD6D2AE-BFB3-4FD0-BAF3-D85EDDF6AF5C}" destId="{CEFC8C04-C2B4-418C-B4C5-CA587A0C9AA7}" srcOrd="8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F37D7B-DF4F-4A9C-98A7-C7AACEE83783}">
      <dsp:nvSpPr>
        <dsp:cNvPr id="0" name=""/>
        <dsp:cNvSpPr/>
      </dsp:nvSpPr>
      <dsp:spPr>
        <a:xfrm>
          <a:off x="0" y="110576"/>
          <a:ext cx="1546302" cy="47055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schemeClr val="tx1"/>
              </a:solidFill>
            </a:rPr>
            <a:t>Project Objectives</a:t>
          </a:r>
          <a:endParaRPr lang="en-US" sz="900" kern="1200" dirty="0">
            <a:solidFill>
              <a:schemeClr val="tx1"/>
            </a:solidFill>
          </a:endParaRPr>
        </a:p>
      </dsp:txBody>
      <dsp:txXfrm>
        <a:off x="22971" y="133547"/>
        <a:ext cx="1500360" cy="424617"/>
      </dsp:txXfrm>
    </dsp:sp>
    <dsp:sp modelId="{AEFB78FB-CC98-422F-936E-0E6163FEB78E}">
      <dsp:nvSpPr>
        <dsp:cNvPr id="0" name=""/>
        <dsp:cNvSpPr/>
      </dsp:nvSpPr>
      <dsp:spPr>
        <a:xfrm>
          <a:off x="0" y="607056"/>
          <a:ext cx="1546302" cy="47055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900" kern="1200" dirty="0">
              <a:solidFill>
                <a:schemeClr val="tx1"/>
              </a:solidFill>
            </a:rPr>
            <a:t>Model a realistic inventory decision environment</a:t>
          </a:r>
        </a:p>
      </dsp:txBody>
      <dsp:txXfrm>
        <a:off x="22971" y="630027"/>
        <a:ext cx="1500360" cy="424617"/>
      </dsp:txXfrm>
    </dsp:sp>
    <dsp:sp modelId="{10D81BD3-1C0F-4829-BDD2-36BDF0F89F2F}">
      <dsp:nvSpPr>
        <dsp:cNvPr id="0" name=""/>
        <dsp:cNvSpPr/>
      </dsp:nvSpPr>
      <dsp:spPr>
        <a:xfrm>
          <a:off x="0" y="1103535"/>
          <a:ext cx="1546302" cy="47055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900" kern="1200" dirty="0">
              <a:solidFill>
                <a:schemeClr val="tx1"/>
              </a:solidFill>
            </a:rPr>
            <a:t>Build a transparent baseline decision system</a:t>
          </a:r>
        </a:p>
      </dsp:txBody>
      <dsp:txXfrm>
        <a:off x="22971" y="1126506"/>
        <a:ext cx="1500360" cy="424617"/>
      </dsp:txXfrm>
    </dsp:sp>
    <dsp:sp modelId="{B48EACE0-0CEA-426A-BD12-945A1AC13979}">
      <dsp:nvSpPr>
        <dsp:cNvPr id="0" name=""/>
        <dsp:cNvSpPr/>
      </dsp:nvSpPr>
      <dsp:spPr>
        <a:xfrm>
          <a:off x="0" y="1600015"/>
          <a:ext cx="1546302" cy="47055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900" kern="1200" dirty="0">
              <a:solidFill>
                <a:schemeClr val="tx1"/>
              </a:solidFill>
            </a:rPr>
            <a:t>Systematically inject controlled failures</a:t>
          </a:r>
        </a:p>
      </dsp:txBody>
      <dsp:txXfrm>
        <a:off x="22971" y="1622986"/>
        <a:ext cx="1500360" cy="424617"/>
      </dsp:txXfrm>
    </dsp:sp>
    <dsp:sp modelId="{50477555-BD39-4A96-B213-526DF2E171C7}">
      <dsp:nvSpPr>
        <dsp:cNvPr id="0" name=""/>
        <dsp:cNvSpPr/>
      </dsp:nvSpPr>
      <dsp:spPr>
        <a:xfrm>
          <a:off x="0" y="2096494"/>
          <a:ext cx="1546302" cy="47055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900" kern="1200">
              <a:solidFill>
                <a:schemeClr val="tx1"/>
              </a:solidFill>
            </a:rPr>
            <a:t>Observe how decision behavior degrades</a:t>
          </a:r>
          <a:endParaRPr lang="en-US" sz="900" kern="1200" dirty="0">
            <a:solidFill>
              <a:schemeClr val="tx1"/>
            </a:solidFill>
          </a:endParaRPr>
        </a:p>
      </dsp:txBody>
      <dsp:txXfrm>
        <a:off x="22971" y="2119465"/>
        <a:ext cx="1500360" cy="424617"/>
      </dsp:txXfrm>
    </dsp:sp>
    <dsp:sp modelId="{69295C25-4E0A-490E-9597-C1EC99F876F8}">
      <dsp:nvSpPr>
        <dsp:cNvPr id="0" name=""/>
        <dsp:cNvSpPr/>
      </dsp:nvSpPr>
      <dsp:spPr>
        <a:xfrm>
          <a:off x="0" y="2592973"/>
          <a:ext cx="1546302" cy="47055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900" kern="1200" dirty="0">
              <a:solidFill>
                <a:schemeClr val="tx1"/>
              </a:solidFill>
            </a:rPr>
            <a:t>Prepare a framework for degradation detection and correction</a:t>
          </a:r>
        </a:p>
      </dsp:txBody>
      <dsp:txXfrm>
        <a:off x="22971" y="2615944"/>
        <a:ext cx="1500360" cy="4246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F679D8-7E08-4B03-BFFC-CF69ADD366D0}">
      <dsp:nvSpPr>
        <dsp:cNvPr id="0" name=""/>
        <dsp:cNvSpPr/>
      </dsp:nvSpPr>
      <dsp:spPr>
        <a:xfrm>
          <a:off x="3234" y="104883"/>
          <a:ext cx="1239843" cy="4764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2"/>
              </a:solidFill>
            </a:rPr>
            <a:t>Phase 0 – Environment Characterization</a:t>
          </a:r>
          <a:endParaRPr lang="en-US" sz="1000" kern="1200" dirty="0">
            <a:solidFill>
              <a:schemeClr val="tx2"/>
            </a:solidFill>
          </a:endParaRPr>
        </a:p>
      </dsp:txBody>
      <dsp:txXfrm>
        <a:off x="3234" y="104883"/>
        <a:ext cx="1239843" cy="476443"/>
      </dsp:txXfrm>
    </dsp:sp>
    <dsp:sp modelId="{B6FCE068-7082-4EE0-B8AA-128C686DB115}">
      <dsp:nvSpPr>
        <dsp:cNvPr id="0" name=""/>
        <dsp:cNvSpPr/>
      </dsp:nvSpPr>
      <dsp:spPr>
        <a:xfrm>
          <a:off x="3234" y="581327"/>
          <a:ext cx="1239843" cy="2140778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Analyze demand structure, variability, and coupling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Study store–department relationships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Identify behavioral patterns (e.g., holidays)</a:t>
          </a:r>
        </a:p>
      </dsp:txBody>
      <dsp:txXfrm>
        <a:off x="3234" y="581327"/>
        <a:ext cx="1239843" cy="2140778"/>
      </dsp:txXfrm>
    </dsp:sp>
    <dsp:sp modelId="{9EB6C113-40DF-4889-A432-A0063222E712}">
      <dsp:nvSpPr>
        <dsp:cNvPr id="0" name=""/>
        <dsp:cNvSpPr/>
      </dsp:nvSpPr>
      <dsp:spPr>
        <a:xfrm>
          <a:off x="1416656" y="104883"/>
          <a:ext cx="1239843" cy="4764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2"/>
              </a:solidFill>
            </a:rPr>
            <a:t>Phase 1 – Baseline Decision System</a:t>
          </a:r>
        </a:p>
      </dsp:txBody>
      <dsp:txXfrm>
        <a:off x="1416656" y="104883"/>
        <a:ext cx="1239843" cy="476443"/>
      </dsp:txXfrm>
    </dsp:sp>
    <dsp:sp modelId="{A97DAC28-1833-4201-9528-80580E672403}">
      <dsp:nvSpPr>
        <dsp:cNvPr id="0" name=""/>
        <dsp:cNvSpPr/>
      </dsp:nvSpPr>
      <dsp:spPr>
        <a:xfrm>
          <a:off x="1416656" y="581327"/>
          <a:ext cx="1239843" cy="2140778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Define a single core decision: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Weekly inventory allocation (store × department)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Use simple, interpretable rules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Establish baseline performance metrics</a:t>
          </a:r>
        </a:p>
      </dsp:txBody>
      <dsp:txXfrm>
        <a:off x="1416656" y="581327"/>
        <a:ext cx="1239843" cy="2140778"/>
      </dsp:txXfrm>
    </dsp:sp>
    <dsp:sp modelId="{A5541B48-6F6F-4B1A-AC94-03113EC3D7B8}">
      <dsp:nvSpPr>
        <dsp:cNvPr id="0" name=""/>
        <dsp:cNvSpPr/>
      </dsp:nvSpPr>
      <dsp:spPr>
        <a:xfrm>
          <a:off x="2830078" y="104883"/>
          <a:ext cx="1239843" cy="4764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2"/>
              </a:solidFill>
            </a:rPr>
            <a:t>Phase 2 – Failure Injection</a:t>
          </a:r>
          <a:endParaRPr lang="en-US" sz="1000" kern="1200" dirty="0">
            <a:solidFill>
              <a:schemeClr val="tx2"/>
            </a:solidFill>
          </a:endParaRPr>
        </a:p>
      </dsp:txBody>
      <dsp:txXfrm>
        <a:off x="2830078" y="104883"/>
        <a:ext cx="1239843" cy="476443"/>
      </dsp:txXfrm>
    </dsp:sp>
    <dsp:sp modelId="{E5F94FF4-5488-46FB-8F11-F2687012764E}">
      <dsp:nvSpPr>
        <dsp:cNvPr id="0" name=""/>
        <dsp:cNvSpPr/>
      </dsp:nvSpPr>
      <dsp:spPr>
        <a:xfrm>
          <a:off x="2830078" y="581327"/>
          <a:ext cx="1239843" cy="2140778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Introduce controlled violations of assumptions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Observe gradual degradation (not immediate failure)</a:t>
          </a:r>
        </a:p>
      </dsp:txBody>
      <dsp:txXfrm>
        <a:off x="2830078" y="581327"/>
        <a:ext cx="1239843" cy="2140778"/>
      </dsp:txXfrm>
    </dsp:sp>
    <dsp:sp modelId="{85A7E5E2-1612-4B93-AC97-3FD2DA74089D}">
      <dsp:nvSpPr>
        <dsp:cNvPr id="0" name=""/>
        <dsp:cNvSpPr/>
      </dsp:nvSpPr>
      <dsp:spPr>
        <a:xfrm>
          <a:off x="4243499" y="104883"/>
          <a:ext cx="1239843" cy="4764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2"/>
              </a:solidFill>
            </a:rPr>
            <a:t>Phase 3: Degradation detection</a:t>
          </a:r>
        </a:p>
      </dsp:txBody>
      <dsp:txXfrm>
        <a:off x="4243499" y="104883"/>
        <a:ext cx="1239843" cy="476443"/>
      </dsp:txXfrm>
    </dsp:sp>
    <dsp:sp modelId="{2C458897-921E-4822-9073-DE6B62774BAB}">
      <dsp:nvSpPr>
        <dsp:cNvPr id="0" name=""/>
        <dsp:cNvSpPr/>
      </dsp:nvSpPr>
      <dsp:spPr>
        <a:xfrm>
          <a:off x="4243499" y="581327"/>
          <a:ext cx="1239843" cy="2140778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 dirty="0"/>
            <a:t>Analyze system </a:t>
          </a:r>
          <a:r>
            <a:rPr lang="en-US" sz="1000" kern="1200" dirty="0" err="1"/>
            <a:t>behaviour</a:t>
          </a:r>
          <a:r>
            <a:rPr lang="en-US" sz="1000" kern="1200" dirty="0"/>
            <a:t> to identify early indicators of decision performance degradation.</a:t>
          </a:r>
          <a:endParaRPr lang="en-US" sz="1000" b="1" kern="1200" dirty="0">
            <a:solidFill>
              <a:schemeClr val="tx2"/>
            </a:solidFill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 dirty="0"/>
            <a:t>Develop monitoring metrics that capture instability and inefficiencies beyond traditional performance measures.</a:t>
          </a:r>
          <a:endParaRPr lang="en-US" sz="1000" b="1" kern="1200" dirty="0">
            <a:solidFill>
              <a:schemeClr val="tx2"/>
            </a:solidFill>
          </a:endParaRPr>
        </a:p>
      </dsp:txBody>
      <dsp:txXfrm>
        <a:off x="4243499" y="581327"/>
        <a:ext cx="1239843" cy="2140778"/>
      </dsp:txXfrm>
    </dsp:sp>
    <dsp:sp modelId="{EB6B3538-A13C-46F3-877F-2F335C6F6CE6}">
      <dsp:nvSpPr>
        <dsp:cNvPr id="0" name=""/>
        <dsp:cNvSpPr/>
      </dsp:nvSpPr>
      <dsp:spPr>
        <a:xfrm>
          <a:off x="5656921" y="104883"/>
          <a:ext cx="1239843" cy="4764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tx2"/>
              </a:solidFill>
            </a:rPr>
            <a:t>Phase 4: Correction and recovery</a:t>
          </a:r>
        </a:p>
      </dsp:txBody>
      <dsp:txXfrm>
        <a:off x="5656921" y="104883"/>
        <a:ext cx="1239843" cy="476443"/>
      </dsp:txXfrm>
    </dsp:sp>
    <dsp:sp modelId="{FFE3B1CE-5E18-4403-A16A-B1DCC98F0099}">
      <dsp:nvSpPr>
        <dsp:cNvPr id="0" name=""/>
        <dsp:cNvSpPr/>
      </dsp:nvSpPr>
      <dsp:spPr>
        <a:xfrm>
          <a:off x="5656921" y="581327"/>
          <a:ext cx="1239843" cy="2140778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 dirty="0"/>
            <a:t>Design mechanisms to stabilize the decision system when degradation signals are detected.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/>
            <a:t>Evaluate recovery strategies to restore allocation performance under disrupted conditions.</a:t>
          </a:r>
          <a:endParaRPr lang="en-US" sz="1000" kern="1200" dirty="0"/>
        </a:p>
      </dsp:txBody>
      <dsp:txXfrm>
        <a:off x="5656921" y="581327"/>
        <a:ext cx="1239843" cy="21407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963FF7-6E52-42DD-A4B5-D2EC26C983AC}">
      <dsp:nvSpPr>
        <dsp:cNvPr id="0" name=""/>
        <dsp:cNvSpPr/>
      </dsp:nvSpPr>
      <dsp:spPr>
        <a:xfrm>
          <a:off x="1631" y="38323"/>
          <a:ext cx="1590433" cy="3456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2"/>
              </a:solidFill>
            </a:rPr>
            <a:t>Phase 0</a:t>
          </a:r>
        </a:p>
      </dsp:txBody>
      <dsp:txXfrm>
        <a:off x="1631" y="38323"/>
        <a:ext cx="1590433" cy="345600"/>
      </dsp:txXfrm>
    </dsp:sp>
    <dsp:sp modelId="{E2448C69-64B3-42F0-A2B9-6DBD9B4A3754}">
      <dsp:nvSpPr>
        <dsp:cNvPr id="0" name=""/>
        <dsp:cNvSpPr/>
      </dsp:nvSpPr>
      <dsp:spPr>
        <a:xfrm>
          <a:off x="1631" y="383923"/>
          <a:ext cx="1590433" cy="26352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Walmart Store Sales dataset used for modeling inventory demand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Data preprocessing, exploratory analysis, and demand variability assessment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Identification of store-department demand patterns and seasonal effects</a:t>
          </a:r>
        </a:p>
      </dsp:txBody>
      <dsp:txXfrm>
        <a:off x="1631" y="383923"/>
        <a:ext cx="1590433" cy="2635200"/>
      </dsp:txXfrm>
    </dsp:sp>
    <dsp:sp modelId="{89EF4872-598F-44A0-A9E0-36C1720AA92E}">
      <dsp:nvSpPr>
        <dsp:cNvPr id="0" name=""/>
        <dsp:cNvSpPr/>
      </dsp:nvSpPr>
      <dsp:spPr>
        <a:xfrm>
          <a:off x="1814724" y="38323"/>
          <a:ext cx="1590433" cy="3456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2"/>
              </a:solidFill>
            </a:rPr>
            <a:t>Phase 1</a:t>
          </a:r>
        </a:p>
      </dsp:txBody>
      <dsp:txXfrm>
        <a:off x="1814724" y="38323"/>
        <a:ext cx="1590433" cy="345600"/>
      </dsp:txXfrm>
    </dsp:sp>
    <dsp:sp modelId="{F0E6FFBE-5F6B-431B-9E88-550ECA2FE19B}">
      <dsp:nvSpPr>
        <dsp:cNvPr id="0" name=""/>
        <dsp:cNvSpPr/>
      </dsp:nvSpPr>
      <dsp:spPr>
        <a:xfrm>
          <a:off x="1814724" y="383923"/>
          <a:ext cx="1590433" cy="26352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Developed baseline inventory allocation decision system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Defined performance metrics: service level, unmet demand, overstock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Baseline system establishes reference </a:t>
          </a:r>
          <a:r>
            <a:rPr lang="en-US" sz="1200" kern="1200" dirty="0" err="1"/>
            <a:t>behaviour</a:t>
          </a:r>
          <a:r>
            <a:rPr lang="en-US" sz="1200" kern="1200" dirty="0"/>
            <a:t> under stable conditions</a:t>
          </a:r>
        </a:p>
      </dsp:txBody>
      <dsp:txXfrm>
        <a:off x="1814724" y="383923"/>
        <a:ext cx="1590433" cy="2635200"/>
      </dsp:txXfrm>
    </dsp:sp>
    <dsp:sp modelId="{42E6441E-0733-4F78-94F0-BE9777D8C446}">
      <dsp:nvSpPr>
        <dsp:cNvPr id="0" name=""/>
        <dsp:cNvSpPr/>
      </dsp:nvSpPr>
      <dsp:spPr>
        <a:xfrm>
          <a:off x="3627818" y="38323"/>
          <a:ext cx="1590433" cy="3456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2"/>
              </a:solidFill>
            </a:rPr>
            <a:t>Results</a:t>
          </a:r>
        </a:p>
      </dsp:txBody>
      <dsp:txXfrm>
        <a:off x="3627818" y="38323"/>
        <a:ext cx="1590433" cy="345600"/>
      </dsp:txXfrm>
    </dsp:sp>
    <dsp:sp modelId="{CF0818A1-BBA5-4B89-98F5-AD442E736552}">
      <dsp:nvSpPr>
        <dsp:cNvPr id="0" name=""/>
        <dsp:cNvSpPr/>
      </dsp:nvSpPr>
      <dsp:spPr>
        <a:xfrm>
          <a:off x="3627818" y="383923"/>
          <a:ext cx="1590433" cy="26352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Baseline service level ≈ </a:t>
          </a:r>
          <a:r>
            <a:rPr lang="en-US" sz="1200" b="1" kern="1200" dirty="0"/>
            <a:t>0.92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Demand heterogeneity observed across stores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Holiday periods cause strong demand volatility</a:t>
          </a:r>
        </a:p>
      </dsp:txBody>
      <dsp:txXfrm>
        <a:off x="3627818" y="383923"/>
        <a:ext cx="1590433" cy="26352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9CC33F-C43B-4F99-85CE-1A4C961CB78F}">
      <dsp:nvSpPr>
        <dsp:cNvPr id="0" name=""/>
        <dsp:cNvSpPr/>
      </dsp:nvSpPr>
      <dsp:spPr>
        <a:xfrm>
          <a:off x="1094549" y="871"/>
          <a:ext cx="1345971" cy="67298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tx2"/>
              </a:solidFill>
            </a:rPr>
            <a:t>Phase 2 work</a:t>
          </a:r>
        </a:p>
      </dsp:txBody>
      <dsp:txXfrm>
        <a:off x="1114260" y="20582"/>
        <a:ext cx="1306549" cy="633563"/>
      </dsp:txXfrm>
    </dsp:sp>
    <dsp:sp modelId="{30998BAB-D62B-4B4C-8693-46AB347A27C2}">
      <dsp:nvSpPr>
        <dsp:cNvPr id="0" name=""/>
        <dsp:cNvSpPr/>
      </dsp:nvSpPr>
      <dsp:spPr>
        <a:xfrm>
          <a:off x="1229146" y="673856"/>
          <a:ext cx="134597" cy="5047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4739"/>
              </a:lnTo>
              <a:lnTo>
                <a:pt x="134597" y="504739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4D7CD5-18BE-4C38-873A-6D1AE5203553}">
      <dsp:nvSpPr>
        <dsp:cNvPr id="0" name=""/>
        <dsp:cNvSpPr/>
      </dsp:nvSpPr>
      <dsp:spPr>
        <a:xfrm>
          <a:off x="1363743" y="842103"/>
          <a:ext cx="1076777" cy="67298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Introduced controlled disruptions to simulate real operational conditions</a:t>
          </a:r>
        </a:p>
      </dsp:txBody>
      <dsp:txXfrm>
        <a:off x="1383454" y="861814"/>
        <a:ext cx="1037355" cy="633563"/>
      </dsp:txXfrm>
    </dsp:sp>
    <dsp:sp modelId="{733E5C2A-85BB-46C9-AD4F-C9580E007D76}">
      <dsp:nvSpPr>
        <dsp:cNvPr id="0" name=""/>
        <dsp:cNvSpPr/>
      </dsp:nvSpPr>
      <dsp:spPr>
        <a:xfrm>
          <a:off x="1229146" y="673856"/>
          <a:ext cx="134597" cy="13459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5971"/>
              </a:lnTo>
              <a:lnTo>
                <a:pt x="134597" y="1345971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AA7050-ACDC-4A9B-92B7-C38EEE038443}">
      <dsp:nvSpPr>
        <dsp:cNvPr id="0" name=""/>
        <dsp:cNvSpPr/>
      </dsp:nvSpPr>
      <dsp:spPr>
        <a:xfrm>
          <a:off x="1363743" y="1683335"/>
          <a:ext cx="1076777" cy="67298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Implemented failure scenarios such as demand drift and delayed information</a:t>
          </a:r>
        </a:p>
      </dsp:txBody>
      <dsp:txXfrm>
        <a:off x="1383454" y="1703046"/>
        <a:ext cx="1037355" cy="633563"/>
      </dsp:txXfrm>
    </dsp:sp>
    <dsp:sp modelId="{C7435BBE-0399-48A9-898C-B43E48B0DAB3}">
      <dsp:nvSpPr>
        <dsp:cNvPr id="0" name=""/>
        <dsp:cNvSpPr/>
      </dsp:nvSpPr>
      <dsp:spPr>
        <a:xfrm>
          <a:off x="1229146" y="673856"/>
          <a:ext cx="134597" cy="21872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87203"/>
              </a:lnTo>
              <a:lnTo>
                <a:pt x="134597" y="2187203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80D331-7A67-45C9-A05E-45F17DFCB964}">
      <dsp:nvSpPr>
        <dsp:cNvPr id="0" name=""/>
        <dsp:cNvSpPr/>
      </dsp:nvSpPr>
      <dsp:spPr>
        <a:xfrm>
          <a:off x="1363743" y="2524568"/>
          <a:ext cx="1076777" cy="67298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Evaluated how allocation decisions change under disturbed environments</a:t>
          </a:r>
        </a:p>
      </dsp:txBody>
      <dsp:txXfrm>
        <a:off x="1383454" y="2544279"/>
        <a:ext cx="1037355" cy="633563"/>
      </dsp:txXfrm>
    </dsp:sp>
    <dsp:sp modelId="{D38BA5D8-68A4-4116-8B1C-89780F6FDA67}">
      <dsp:nvSpPr>
        <dsp:cNvPr id="0" name=""/>
        <dsp:cNvSpPr/>
      </dsp:nvSpPr>
      <dsp:spPr>
        <a:xfrm>
          <a:off x="2777014" y="871"/>
          <a:ext cx="1345971" cy="67298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tx2"/>
              </a:solidFill>
            </a:rPr>
            <a:t>Observations</a:t>
          </a:r>
        </a:p>
      </dsp:txBody>
      <dsp:txXfrm>
        <a:off x="2796725" y="20582"/>
        <a:ext cx="1306549" cy="633563"/>
      </dsp:txXfrm>
    </dsp:sp>
    <dsp:sp modelId="{CF547F6A-FF25-441E-8B2C-3FAE36C6553E}">
      <dsp:nvSpPr>
        <dsp:cNvPr id="0" name=""/>
        <dsp:cNvSpPr/>
      </dsp:nvSpPr>
      <dsp:spPr>
        <a:xfrm>
          <a:off x="2911611" y="673856"/>
          <a:ext cx="134597" cy="5047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4739"/>
              </a:lnTo>
              <a:lnTo>
                <a:pt x="134597" y="504739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76E6A9-1759-4A5F-85B4-B1136D0A4967}">
      <dsp:nvSpPr>
        <dsp:cNvPr id="0" name=""/>
        <dsp:cNvSpPr/>
      </dsp:nvSpPr>
      <dsp:spPr>
        <a:xfrm>
          <a:off x="3046208" y="842103"/>
          <a:ext cx="1076777" cy="67298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Allocation </a:t>
          </a:r>
          <a:r>
            <a:rPr lang="en-US" sz="800" kern="1200" dirty="0" err="1"/>
            <a:t>behaviour</a:t>
          </a:r>
          <a:r>
            <a:rPr lang="en-US" sz="800" kern="1200" dirty="0"/>
            <a:t> becomes unstable under disrupted conditions</a:t>
          </a:r>
        </a:p>
      </dsp:txBody>
      <dsp:txXfrm>
        <a:off x="3065919" y="861814"/>
        <a:ext cx="1037355" cy="633563"/>
      </dsp:txXfrm>
    </dsp:sp>
    <dsp:sp modelId="{F056F189-21C3-45E0-828C-DFD2CC7AEA76}">
      <dsp:nvSpPr>
        <dsp:cNvPr id="0" name=""/>
        <dsp:cNvSpPr/>
      </dsp:nvSpPr>
      <dsp:spPr>
        <a:xfrm>
          <a:off x="2911611" y="673856"/>
          <a:ext cx="134597" cy="13459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5971"/>
              </a:lnTo>
              <a:lnTo>
                <a:pt x="134597" y="1345971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473DED-54E4-4B9D-8A1E-DA36F7451834}">
      <dsp:nvSpPr>
        <dsp:cNvPr id="0" name=""/>
        <dsp:cNvSpPr/>
      </dsp:nvSpPr>
      <dsp:spPr>
        <a:xfrm>
          <a:off x="3046208" y="1683335"/>
          <a:ext cx="1076777" cy="67298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Inefficiencies appear despite stable aggregate metrics</a:t>
          </a:r>
        </a:p>
      </dsp:txBody>
      <dsp:txXfrm>
        <a:off x="3065919" y="1703046"/>
        <a:ext cx="1037355" cy="633563"/>
      </dsp:txXfrm>
    </dsp:sp>
    <dsp:sp modelId="{AF0F3604-FD1A-4553-931C-70D4A3EA043F}">
      <dsp:nvSpPr>
        <dsp:cNvPr id="0" name=""/>
        <dsp:cNvSpPr/>
      </dsp:nvSpPr>
      <dsp:spPr>
        <a:xfrm>
          <a:off x="2911611" y="673856"/>
          <a:ext cx="134597" cy="21872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87203"/>
              </a:lnTo>
              <a:lnTo>
                <a:pt x="134597" y="2187203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23737F-BEDC-4EA7-8F2E-3B642FFD8EF8}">
      <dsp:nvSpPr>
        <dsp:cNvPr id="0" name=""/>
        <dsp:cNvSpPr/>
      </dsp:nvSpPr>
      <dsp:spPr>
        <a:xfrm>
          <a:off x="3046208" y="2524568"/>
          <a:ext cx="1076777" cy="67298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Indicates possibility of </a:t>
          </a:r>
          <a:r>
            <a:rPr lang="en-US" sz="800" b="1" kern="1200" dirty="0"/>
            <a:t>silent degradation in decision performance</a:t>
          </a:r>
          <a:endParaRPr lang="en-US" sz="800" kern="1200" dirty="0"/>
        </a:p>
      </dsp:txBody>
      <dsp:txXfrm>
        <a:off x="3065919" y="2544279"/>
        <a:ext cx="1037355" cy="633563"/>
      </dsp:txXfrm>
    </dsp:sp>
    <dsp:sp modelId="{52F1D02A-17CC-4C8F-8BAA-AAAD512B936E}">
      <dsp:nvSpPr>
        <dsp:cNvPr id="0" name=""/>
        <dsp:cNvSpPr/>
      </dsp:nvSpPr>
      <dsp:spPr>
        <a:xfrm>
          <a:off x="4459478" y="871"/>
          <a:ext cx="1345971" cy="67298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tx2"/>
              </a:solidFill>
            </a:rPr>
            <a:t>Dashboard</a:t>
          </a:r>
          <a:endParaRPr lang="en-US" sz="1500" b="1" kern="1200" dirty="0"/>
        </a:p>
      </dsp:txBody>
      <dsp:txXfrm>
        <a:off x="4479189" y="20582"/>
        <a:ext cx="1306549" cy="633563"/>
      </dsp:txXfrm>
    </dsp:sp>
    <dsp:sp modelId="{704DFD7B-2FDA-442C-83DF-86AAEDA20053}">
      <dsp:nvSpPr>
        <dsp:cNvPr id="0" name=""/>
        <dsp:cNvSpPr/>
      </dsp:nvSpPr>
      <dsp:spPr>
        <a:xfrm>
          <a:off x="4594075" y="673856"/>
          <a:ext cx="134597" cy="5047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4739"/>
              </a:lnTo>
              <a:lnTo>
                <a:pt x="134597" y="504739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7B5827-AAC6-4F28-A1AE-BF9E575B9A0F}">
      <dsp:nvSpPr>
        <dsp:cNvPr id="0" name=""/>
        <dsp:cNvSpPr/>
      </dsp:nvSpPr>
      <dsp:spPr>
        <a:xfrm>
          <a:off x="4728673" y="842103"/>
          <a:ext cx="1076777" cy="67298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Developed an interactive </a:t>
          </a:r>
          <a:r>
            <a:rPr lang="en-US" sz="800" b="1" kern="1200" dirty="0" err="1"/>
            <a:t>Streamlit</a:t>
          </a:r>
          <a:r>
            <a:rPr lang="en-US" sz="800" b="1" kern="1200" dirty="0"/>
            <a:t> experimental dashboard</a:t>
          </a:r>
          <a:endParaRPr lang="en-US" sz="800" kern="1200" dirty="0"/>
        </a:p>
      </dsp:txBody>
      <dsp:txXfrm>
        <a:off x="4748384" y="861814"/>
        <a:ext cx="1037355" cy="633563"/>
      </dsp:txXfrm>
    </dsp:sp>
    <dsp:sp modelId="{4ABA1463-5681-4490-ABD5-24F59CA6C0D6}">
      <dsp:nvSpPr>
        <dsp:cNvPr id="0" name=""/>
        <dsp:cNvSpPr/>
      </dsp:nvSpPr>
      <dsp:spPr>
        <a:xfrm>
          <a:off x="4594075" y="673856"/>
          <a:ext cx="134597" cy="13459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5971"/>
              </a:lnTo>
              <a:lnTo>
                <a:pt x="134597" y="1345971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4A72A1-02B8-4857-9986-4A04280366AF}">
      <dsp:nvSpPr>
        <dsp:cNvPr id="0" name=""/>
        <dsp:cNvSpPr/>
      </dsp:nvSpPr>
      <dsp:spPr>
        <a:xfrm>
          <a:off x="4728673" y="1683335"/>
          <a:ext cx="1076777" cy="67298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Enables visualization of allocation performance and degradation </a:t>
          </a:r>
          <a:r>
            <a:rPr lang="en-US" sz="800" kern="1200" dirty="0" err="1"/>
            <a:t>behaviour</a:t>
          </a:r>
          <a:endParaRPr lang="en-US" sz="800" kern="1200" dirty="0"/>
        </a:p>
      </dsp:txBody>
      <dsp:txXfrm>
        <a:off x="4748384" y="1703046"/>
        <a:ext cx="1037355" cy="633563"/>
      </dsp:txXfrm>
    </dsp:sp>
    <dsp:sp modelId="{D735E14A-51C5-4A2F-85F2-FEF60E19E120}">
      <dsp:nvSpPr>
        <dsp:cNvPr id="0" name=""/>
        <dsp:cNvSpPr/>
      </dsp:nvSpPr>
      <dsp:spPr>
        <a:xfrm>
          <a:off x="4594075" y="673856"/>
          <a:ext cx="134597" cy="21872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87203"/>
              </a:lnTo>
              <a:lnTo>
                <a:pt x="134597" y="2187203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4D8BCE-9E57-4C87-BDC7-833A93406E47}">
      <dsp:nvSpPr>
        <dsp:cNvPr id="0" name=""/>
        <dsp:cNvSpPr/>
      </dsp:nvSpPr>
      <dsp:spPr>
        <a:xfrm>
          <a:off x="4728673" y="2524568"/>
          <a:ext cx="1076777" cy="672985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Used to monitor metrics, compare scenarios, and analyze system response</a:t>
          </a:r>
        </a:p>
      </dsp:txBody>
      <dsp:txXfrm>
        <a:off x="4748384" y="2544279"/>
        <a:ext cx="1037355" cy="63356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E819F2-E055-4138-9FB7-6111F3D82E4A}">
      <dsp:nvSpPr>
        <dsp:cNvPr id="0" name=""/>
        <dsp:cNvSpPr/>
      </dsp:nvSpPr>
      <dsp:spPr>
        <a:xfrm>
          <a:off x="2824349" y="392208"/>
          <a:ext cx="1038951" cy="10391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8051D-4299-426A-B6E1-45BA7DECCEDC}">
      <dsp:nvSpPr>
        <dsp:cNvPr id="0" name=""/>
        <dsp:cNvSpPr/>
      </dsp:nvSpPr>
      <dsp:spPr>
        <a:xfrm>
          <a:off x="2858845" y="426853"/>
          <a:ext cx="969958" cy="969855"/>
        </a:xfrm>
        <a:prstGeom prst="ellipse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May: Final consolidation &amp; thesis submission</a:t>
          </a:r>
        </a:p>
      </dsp:txBody>
      <dsp:txXfrm>
        <a:off x="2997507" y="565429"/>
        <a:ext cx="692634" cy="692701"/>
      </dsp:txXfrm>
    </dsp:sp>
    <dsp:sp modelId="{9788C831-9B92-4085-AD01-20553E8E177C}">
      <dsp:nvSpPr>
        <dsp:cNvPr id="0" name=""/>
        <dsp:cNvSpPr/>
      </dsp:nvSpPr>
      <dsp:spPr>
        <a:xfrm rot="2700000">
          <a:off x="1751814" y="393464"/>
          <a:ext cx="1036449" cy="1036449"/>
        </a:xfrm>
        <a:prstGeom prst="teardrop">
          <a:avLst>
            <a:gd name="adj" fmla="val 1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C0B90B-D180-43EC-904A-E8D344E2BED0}">
      <dsp:nvSpPr>
        <dsp:cNvPr id="0" name=""/>
        <dsp:cNvSpPr/>
      </dsp:nvSpPr>
      <dsp:spPr>
        <a:xfrm>
          <a:off x="1785059" y="426853"/>
          <a:ext cx="969958" cy="969855"/>
        </a:xfrm>
        <a:prstGeom prst="ellipse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Apr: Recovery mechanisms</a:t>
          </a:r>
        </a:p>
      </dsp:txBody>
      <dsp:txXfrm>
        <a:off x="1923721" y="565429"/>
        <a:ext cx="692634" cy="692701"/>
      </dsp:txXfrm>
    </dsp:sp>
    <dsp:sp modelId="{C54A4386-324D-480A-A593-A480B53083E5}">
      <dsp:nvSpPr>
        <dsp:cNvPr id="0" name=""/>
        <dsp:cNvSpPr/>
      </dsp:nvSpPr>
      <dsp:spPr>
        <a:xfrm rot="2700000">
          <a:off x="678028" y="393464"/>
          <a:ext cx="1036449" cy="1036449"/>
        </a:xfrm>
        <a:prstGeom prst="teardrop">
          <a:avLst>
            <a:gd name="adj" fmla="val 1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9CB9CF-8ACC-4CCD-9EA1-C50939F6D12F}">
      <dsp:nvSpPr>
        <dsp:cNvPr id="0" name=""/>
        <dsp:cNvSpPr/>
      </dsp:nvSpPr>
      <dsp:spPr>
        <a:xfrm>
          <a:off x="711273" y="426853"/>
          <a:ext cx="969958" cy="969855"/>
        </a:xfrm>
        <a:prstGeom prst="ellipse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Mar–Apr: Detection signal design</a:t>
          </a:r>
        </a:p>
      </dsp:txBody>
      <dsp:txXfrm>
        <a:off x="849935" y="565429"/>
        <a:ext cx="692634" cy="6927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399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title"/>
          </p:nvPr>
        </p:nvSpPr>
        <p:spPr>
          <a:xfrm>
            <a:off x="1199050" y="2585350"/>
            <a:ext cx="5108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 idx="2" hasCustomPrompt="1"/>
          </p:nvPr>
        </p:nvSpPr>
        <p:spPr>
          <a:xfrm>
            <a:off x="1199050" y="1716350"/>
            <a:ext cx="12357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35" name="Google Shape;35;p3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36" name="Google Shape;36;p3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37" name="Google Shape;37;p3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" name="Google Shape;38;p3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" name="Google Shape;39;p3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0" name="Google Shape;40;p3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41" name="Google Shape;41;p3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" name="Google Shape;42;p3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43" name="Google Shape;43;p3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6" name="Google Shape;46;p3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47" name="Google Shape;47;p3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8" name="Google Shape;48;p3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49" name="Google Shape;49;p3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" name="Google Shape;53;p3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 txBox="1">
            <a:spLocks noGrp="1"/>
          </p:cNvSpPr>
          <p:nvPr>
            <p:ph type="body" idx="1"/>
          </p:nvPr>
        </p:nvSpPr>
        <p:spPr>
          <a:xfrm>
            <a:off x="720000" y="1405325"/>
            <a:ext cx="7704000" cy="21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4"/>
          <p:cNvSpPr txBox="1">
            <a:spLocks noGrp="1"/>
          </p:cNvSpPr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8" name="Google Shape;58;p4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59" name="Google Shape;59;p4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60" name="Google Shape;60;p4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" name="Google Shape;61;p4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" name="Google Shape;62;p4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3" name="Google Shape;63;p4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64" name="Google Shape;64;p4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5" name="Google Shape;65;p4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66" name="Google Shape;66;p4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" name="Google Shape;67;p4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" name="Google Shape;68;p4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9" name="Google Shape;69;p4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70" name="Google Shape;70;p4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1" name="Google Shape;71;p4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72" name="Google Shape;72;p4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" name="Google Shape;73;p4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" name="Google Shape;74;p4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" name="Google Shape;75;p4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" name="Google Shape;76;p4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subTitle" idx="1"/>
          </p:nvPr>
        </p:nvSpPr>
        <p:spPr>
          <a:xfrm>
            <a:off x="4163570" y="2272500"/>
            <a:ext cx="2694900" cy="16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ubTitle" idx="2"/>
          </p:nvPr>
        </p:nvSpPr>
        <p:spPr>
          <a:xfrm>
            <a:off x="713225" y="2272500"/>
            <a:ext cx="2694900" cy="16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3"/>
          </p:nvPr>
        </p:nvSpPr>
        <p:spPr>
          <a:xfrm>
            <a:off x="713225" y="1791350"/>
            <a:ext cx="26949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4"/>
          </p:nvPr>
        </p:nvSpPr>
        <p:spPr>
          <a:xfrm>
            <a:off x="4163566" y="1791350"/>
            <a:ext cx="26949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4" name="Google Shape;84;p5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85" name="Google Shape;85;p5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86" name="Google Shape;86;p5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" name="Google Shape;87;p5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" name="Google Shape;88;p5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89" name="Google Shape;89;p5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90" name="Google Shape;90;p5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1" name="Google Shape;91;p5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92" name="Google Shape;92;p5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5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5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5" name="Google Shape;95;p5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96" name="Google Shape;96;p5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7" name="Google Shape;97;p5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98" name="Google Shape;98;p5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" name="Google Shape;99;p5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" name="Google Shape;100;p5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" name="Google Shape;101;p5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" name="Google Shape;102;p5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4915376" y="4167393"/>
            <a:ext cx="4291800" cy="26994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55" name="Google Shape;155;p8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156" name="Google Shape;156;p8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157" name="Google Shape;157;p8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8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8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0" name="Google Shape;160;p8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161" name="Google Shape;161;p8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2" name="Google Shape;162;p8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163" name="Google Shape;163;p8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" name="Google Shape;164;p8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" name="Google Shape;165;p8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66" name="Google Shape;166;p8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167" name="Google Shape;167;p8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8" name="Google Shape;168;p8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169" name="Google Shape;169;p8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" name="Google Shape;170;p8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" name="Google Shape;171;p8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" name="Google Shape;172;p8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" name="Google Shape;173;p8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9"/>
          <p:cNvSpPr/>
          <p:nvPr/>
        </p:nvSpPr>
        <p:spPr>
          <a:xfrm rot="-4080314">
            <a:off x="-2065524" y="1779314"/>
            <a:ext cx="4291871" cy="2699376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79" name="Google Shape;179;p9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180" name="Google Shape;180;p9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181" name="Google Shape;181;p9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" name="Google Shape;182;p9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" name="Google Shape;183;p9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4" name="Google Shape;184;p9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185" name="Google Shape;185;p9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6" name="Google Shape;186;p9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187" name="Google Shape;187;p9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" name="Google Shape;188;p9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" name="Google Shape;189;p9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90" name="Google Shape;190;p9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191" name="Google Shape;191;p9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2" name="Google Shape;192;p9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193" name="Google Shape;193;p9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" name="Google Shape;194;p9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" name="Google Shape;195;p9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" name="Google Shape;196;p9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" name="Google Shape;197;p9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1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21"/>
          <p:cNvSpPr/>
          <p:nvPr/>
        </p:nvSpPr>
        <p:spPr>
          <a:xfrm rot="1917429">
            <a:off x="-740302" y="3859619"/>
            <a:ext cx="3362272" cy="2114379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5" name="Google Shape;455;p21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456" name="Google Shape;456;p21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457" name="Google Shape;457;p21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21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21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60" name="Google Shape;460;p21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461" name="Google Shape;461;p21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62" name="Google Shape;462;p21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463" name="Google Shape;463;p21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" name="Google Shape;464;p21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" name="Google Shape;465;p21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66" name="Google Shape;466;p21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467" name="Google Shape;467;p21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68" name="Google Shape;468;p21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469" name="Google Shape;469;p21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0" name="Google Shape;470;p21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1" name="Google Shape;471;p21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2" name="Google Shape;472;p21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3" name="Google Shape;473;p21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2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22"/>
          <p:cNvSpPr/>
          <p:nvPr/>
        </p:nvSpPr>
        <p:spPr>
          <a:xfrm rot="-3396324">
            <a:off x="6499386" y="2974595"/>
            <a:ext cx="4291772" cy="2699372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7" name="Google Shape;477;p22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478" name="Google Shape;478;p22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479" name="Google Shape;479;p22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0" name="Google Shape;480;p22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1" name="Google Shape;481;p22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82" name="Google Shape;482;p22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483" name="Google Shape;483;p22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84" name="Google Shape;484;p22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485" name="Google Shape;485;p22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6" name="Google Shape;486;p22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" name="Google Shape;487;p22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88" name="Google Shape;488;p22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489" name="Google Shape;489;p22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90" name="Google Shape;490;p22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491" name="Google Shape;491;p22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2" name="Google Shape;492;p22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3" name="Google Shape;493;p22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4" name="Google Shape;494;p22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5" name="Google Shape;495;p22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●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○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■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●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○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■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●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○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■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5" r:id="rId5"/>
    <p:sldLayoutId id="2147483656" r:id="rId6"/>
    <p:sldLayoutId id="2147483658" r:id="rId7"/>
    <p:sldLayoutId id="2147483667" r:id="rId8"/>
    <p:sldLayoutId id="214748366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3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76F3B-9B5A-91E9-F6E3-19E438E85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32" y="2585350"/>
            <a:ext cx="5712718" cy="841800"/>
          </a:xfrm>
        </p:spPr>
        <p:txBody>
          <a:bodyPr/>
          <a:lstStyle/>
          <a:p>
            <a:r>
              <a:rPr lang="en-US" sz="2000" dirty="0"/>
              <a:t>A Preliminary Project Report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4F12F5-E25A-4985-FD07-AC04E73E02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594732" y="1716350"/>
            <a:ext cx="7129346" cy="841800"/>
          </a:xfrm>
        </p:spPr>
        <p:txBody>
          <a:bodyPr/>
          <a:lstStyle/>
          <a:p>
            <a:r>
              <a:rPr lang="en-US" sz="2800" dirty="0"/>
              <a:t>Detection and Analysis of Silent Decision Degradation in AI-Assisted Inventory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FEAB63-D818-5639-7DE7-9119DD5ED2C4}"/>
              </a:ext>
            </a:extLst>
          </p:cNvPr>
          <p:cNvSpPr txBox="1"/>
          <p:nvPr/>
        </p:nvSpPr>
        <p:spPr>
          <a:xfrm>
            <a:off x="5322849" y="3152078"/>
            <a:ext cx="279756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Anybody" panose="020B0604020202020204" charset="0"/>
              </a:rPr>
              <a:t>Presented By:</a:t>
            </a:r>
          </a:p>
          <a:p>
            <a:r>
              <a:rPr lang="en-US" b="1" dirty="0">
                <a:solidFill>
                  <a:schemeClr val="tx1"/>
                </a:solidFill>
                <a:latin typeface="Anybody" panose="020B0604020202020204" charset="0"/>
              </a:rPr>
              <a:t>N Naga </a:t>
            </a:r>
            <a:r>
              <a:rPr lang="en-US" b="1" dirty="0" err="1">
                <a:solidFill>
                  <a:schemeClr val="tx1"/>
                </a:solidFill>
                <a:latin typeface="Anybody" panose="020B0604020202020204" charset="0"/>
              </a:rPr>
              <a:t>Neelesh</a:t>
            </a:r>
            <a:r>
              <a:rPr lang="en-US" b="1" dirty="0">
                <a:solidFill>
                  <a:schemeClr val="tx1"/>
                </a:solidFill>
                <a:latin typeface="Anybody" panose="020B0604020202020204" charset="0"/>
              </a:rPr>
              <a:t>(114122064)</a:t>
            </a:r>
          </a:p>
          <a:p>
            <a:r>
              <a:rPr lang="en-US" b="1" dirty="0">
                <a:solidFill>
                  <a:schemeClr val="tx1"/>
                </a:solidFill>
                <a:latin typeface="Anybody" panose="020B0604020202020204" charset="0"/>
              </a:rPr>
              <a:t>Shreshtha Rai(114122097)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381D5C-82A8-A5E2-DDD8-3E283162FD62}"/>
              </a:ext>
            </a:extLst>
          </p:cNvPr>
          <p:cNvSpPr txBox="1"/>
          <p:nvPr/>
        </p:nvSpPr>
        <p:spPr>
          <a:xfrm>
            <a:off x="594732" y="3218986"/>
            <a:ext cx="314541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Anybody" panose="020B0604020202020204" charset="0"/>
              </a:rPr>
              <a:t>Under the guidance of:</a:t>
            </a:r>
            <a:br>
              <a:rPr lang="en-US" dirty="0">
                <a:latin typeface="Anybody" panose="020B0604020202020204" charset="0"/>
              </a:rPr>
            </a:br>
            <a:r>
              <a:rPr lang="en-US" b="1" dirty="0">
                <a:solidFill>
                  <a:schemeClr val="tx1"/>
                </a:solidFill>
                <a:latin typeface="Anybody" panose="020B0604020202020204" charset="0"/>
              </a:rPr>
              <a:t>Dr R Mohan </a:t>
            </a:r>
            <a:br>
              <a:rPr lang="en-US" dirty="0">
                <a:latin typeface="Anybody" panose="020B0604020202020204" charset="0"/>
              </a:rPr>
            </a:br>
            <a:r>
              <a:rPr lang="en-US" dirty="0">
                <a:latin typeface="Anybody" panose="020B0604020202020204" charset="0"/>
              </a:rPr>
              <a:t>Assistant Professor</a:t>
            </a:r>
            <a:br>
              <a:rPr lang="en-US" dirty="0">
                <a:latin typeface="Anybody" panose="020B0604020202020204" charset="0"/>
              </a:rPr>
            </a:br>
            <a:r>
              <a:rPr lang="en-US" dirty="0">
                <a:latin typeface="Anybody" panose="020B0604020202020204" charset="0"/>
              </a:rPr>
              <a:t>Department of Computer Science</a:t>
            </a:r>
            <a:br>
              <a:rPr lang="en-US" dirty="0">
                <a:latin typeface="Anybody" panose="020B0604020202020204" charset="0"/>
              </a:rPr>
            </a:br>
            <a:r>
              <a:rPr lang="en-US" dirty="0">
                <a:latin typeface="Anybody" panose="020B0604020202020204" charset="0"/>
              </a:rPr>
              <a:t>NIT Tiruchirappalli</a:t>
            </a:r>
            <a:endParaRPr lang="en-US" b="1" dirty="0">
              <a:solidFill>
                <a:schemeClr val="tx2"/>
              </a:solidFill>
              <a:latin typeface="Anybody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93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74F4848-96D3-1524-B8D0-5CC18BF2C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Project Overview &amp; Motivation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742295-700A-E47E-CEFE-65A5FA287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8029" y="1334825"/>
            <a:ext cx="4372391" cy="2579377"/>
          </a:xfrm>
        </p:spPr>
        <p:txBody>
          <a:bodyPr/>
          <a:lstStyle/>
          <a:p>
            <a:r>
              <a:rPr lang="en-US" b="1" dirty="0"/>
              <a:t>Motivation</a:t>
            </a:r>
          </a:p>
          <a:p>
            <a:pPr lvl="1"/>
            <a:r>
              <a:rPr lang="en-US" dirty="0"/>
              <a:t>AI-based decision systems are widely used in inventory, logistics, and operations</a:t>
            </a:r>
          </a:p>
          <a:p>
            <a:pPr lvl="1"/>
            <a:r>
              <a:rPr lang="en-US" dirty="0"/>
              <a:t>Evaluation is usually based on:</a:t>
            </a:r>
          </a:p>
          <a:p>
            <a:pPr lvl="2"/>
            <a:r>
              <a:rPr lang="en-US" dirty="0"/>
              <a:t>Accuracy</a:t>
            </a:r>
          </a:p>
          <a:p>
            <a:pPr lvl="2"/>
            <a:r>
              <a:rPr lang="en-US" dirty="0"/>
              <a:t>Cost</a:t>
            </a:r>
          </a:p>
          <a:p>
            <a:pPr lvl="2"/>
            <a:r>
              <a:rPr lang="en-US" dirty="0"/>
              <a:t>Average service level</a:t>
            </a:r>
          </a:p>
          <a:p>
            <a:pPr lvl="1"/>
            <a:r>
              <a:rPr lang="en-US" dirty="0"/>
              <a:t>These metrics assume:</a:t>
            </a:r>
          </a:p>
          <a:p>
            <a:pPr lvl="2"/>
            <a:r>
              <a:rPr lang="en-US" dirty="0"/>
              <a:t>Stable environments</a:t>
            </a:r>
          </a:p>
          <a:p>
            <a:pPr lvl="2"/>
            <a:r>
              <a:rPr lang="en-US" dirty="0"/>
              <a:t>Immediate failure visibility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E5A665-C956-4CEA-83B0-58002A086282}"/>
              </a:ext>
            </a:extLst>
          </p:cNvPr>
          <p:cNvSpPr txBox="1"/>
          <p:nvPr/>
        </p:nvSpPr>
        <p:spPr>
          <a:xfrm>
            <a:off x="5687122" y="1471961"/>
            <a:ext cx="4732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411733-7710-71AF-35A9-8E43A3396555}"/>
              </a:ext>
            </a:extLst>
          </p:cNvPr>
          <p:cNvSpPr txBox="1"/>
          <p:nvPr/>
        </p:nvSpPr>
        <p:spPr>
          <a:xfrm>
            <a:off x="4376628" y="1458625"/>
            <a:ext cx="4389343" cy="2226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F2FF4"/>
              </a:buClr>
              <a:buSzPts val="1200"/>
              <a:buFont typeface="Nunito Light"/>
              <a:buChar char="●"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nybody"/>
                <a:sym typeface="Anybody"/>
              </a:rPr>
              <a:t>Core Concern</a:t>
            </a:r>
          </a:p>
          <a:p>
            <a:pPr marL="914400" marR="0" lvl="1" indent="-3048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nybody"/>
                <a:sym typeface="Anybody"/>
              </a:rPr>
              <a:t>In real operational settings:</a:t>
            </a:r>
          </a:p>
          <a:p>
            <a:pPr marL="1371600" marR="0" lvl="2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nybody"/>
                <a:sym typeface="Anybody"/>
              </a:rPr>
              <a:t>Demand evolves gradually</a:t>
            </a:r>
          </a:p>
          <a:p>
            <a:pPr marL="1371600" marR="0" lvl="2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nybody"/>
                <a:sym typeface="Anybody"/>
              </a:rPr>
              <a:t>Signals are delayed or incomplete</a:t>
            </a:r>
          </a:p>
          <a:p>
            <a:pPr marL="1371600" marR="0" lvl="2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nybody"/>
                <a:sym typeface="Anybody"/>
              </a:rPr>
              <a:t>Structural dependencies exist</a:t>
            </a:r>
          </a:p>
          <a:p>
            <a:pPr marL="914400" marR="0" lvl="1" indent="-3048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nybody"/>
                <a:sym typeface="Anybody"/>
              </a:rPr>
              <a:t>Under such conditions:</a:t>
            </a:r>
          </a:p>
          <a:p>
            <a:pPr marL="1371600" marR="0" lvl="2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nybody"/>
                <a:sym typeface="Anybody"/>
              </a:rPr>
              <a:t>Systems may continue to operate</a:t>
            </a:r>
          </a:p>
          <a:p>
            <a:pPr marL="1371600" marR="0" lvl="2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nybody"/>
                <a:sym typeface="Anybody"/>
              </a:rPr>
              <a:t>Decisions appear plausible</a:t>
            </a:r>
          </a:p>
          <a:p>
            <a:pPr marL="1371600" marR="0" lvl="2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nybody"/>
                <a:sym typeface="Anybody"/>
              </a:rPr>
              <a:t>Decision quality degrades silently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Anybody"/>
              <a:sym typeface="Anybody"/>
            </a:endParaRP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BD2767-A913-6480-B84E-EF8881A61FE9}"/>
              </a:ext>
            </a:extLst>
          </p:cNvPr>
          <p:cNvSpPr txBox="1"/>
          <p:nvPr/>
        </p:nvSpPr>
        <p:spPr>
          <a:xfrm>
            <a:off x="1520283" y="3952640"/>
            <a:ext cx="646027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i="1" dirty="0">
                <a:solidFill>
                  <a:schemeClr val="tx2"/>
                </a:solidFill>
                <a:latin typeface="Anybody" panose="020B0604020202020204" charset="0"/>
                <a:cs typeface="Angsana New" panose="02020603050405020304" pitchFamily="18" charset="-34"/>
              </a:rPr>
              <a:t>Key Question</a:t>
            </a:r>
          </a:p>
          <a:p>
            <a:r>
              <a:rPr lang="en-US" sz="1050" i="1" dirty="0">
                <a:solidFill>
                  <a:schemeClr val="tx1"/>
                </a:solidFill>
                <a:latin typeface="Anybody" panose="020B0604020202020204" charset="0"/>
                <a:cs typeface="Angsana New" panose="02020603050405020304" pitchFamily="18" charset="-34"/>
              </a:rPr>
              <a:t>How can we identify and analyze gradual, silent degradation in AI-assisted decision systems before overt failure occurs?</a:t>
            </a:r>
          </a:p>
        </p:txBody>
      </p:sp>
    </p:spTree>
    <p:extLst>
      <p:ext uri="{BB962C8B-B14F-4D97-AF65-F5344CB8AC3E}">
        <p14:creationId xmlns:p14="http://schemas.microsoft.com/office/powerpoint/2010/main" val="2758950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648BEA-19F2-2261-4E77-84A683CCE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405324"/>
            <a:ext cx="5160410" cy="3174109"/>
          </a:xfrm>
        </p:spPr>
        <p:txBody>
          <a:bodyPr/>
          <a:lstStyle/>
          <a:p>
            <a:r>
              <a:rPr lang="en-US" b="1" dirty="0"/>
              <a:t>Problem Statement</a:t>
            </a:r>
          </a:p>
          <a:p>
            <a:pPr lvl="1"/>
            <a:r>
              <a:rPr lang="en-US" dirty="0"/>
              <a:t>Existing research focuses on:</a:t>
            </a:r>
          </a:p>
          <a:p>
            <a:pPr lvl="2"/>
            <a:r>
              <a:rPr lang="en-US" dirty="0"/>
              <a:t>Prediction accuracy degradation</a:t>
            </a:r>
          </a:p>
          <a:p>
            <a:pPr lvl="2"/>
            <a:r>
              <a:rPr lang="en-US" dirty="0"/>
              <a:t>Cost or service-level optimization</a:t>
            </a:r>
          </a:p>
          <a:p>
            <a:pPr lvl="1"/>
            <a:r>
              <a:rPr lang="en-US" dirty="0"/>
              <a:t>There is limited focus on:</a:t>
            </a:r>
          </a:p>
          <a:p>
            <a:pPr lvl="2"/>
            <a:r>
              <a:rPr lang="en-US" b="1" dirty="0"/>
              <a:t>Decision behavior over time</a:t>
            </a:r>
            <a:endParaRPr lang="en-US" dirty="0"/>
          </a:p>
          <a:p>
            <a:pPr lvl="2"/>
            <a:r>
              <a:rPr lang="en-US" b="1" dirty="0"/>
              <a:t>Gradual degradation without metric collapse</a:t>
            </a:r>
            <a:endParaRPr lang="en-US" dirty="0"/>
          </a:p>
          <a:p>
            <a:pPr lvl="1"/>
            <a:r>
              <a:rPr lang="en-US" dirty="0"/>
              <a:t>Silent degradation is dangerous because:</a:t>
            </a:r>
          </a:p>
          <a:p>
            <a:pPr lvl="2"/>
            <a:r>
              <a:rPr lang="en-US" dirty="0"/>
              <a:t>It is hard to detect</a:t>
            </a:r>
          </a:p>
          <a:p>
            <a:pPr lvl="2"/>
            <a:r>
              <a:rPr lang="en-US" dirty="0"/>
              <a:t>It accumulates over time</a:t>
            </a:r>
          </a:p>
          <a:p>
            <a:pPr lvl="2"/>
            <a:r>
              <a:rPr lang="en-US" dirty="0"/>
              <a:t>It leads to delayed operational failure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C3B4F0-5E80-E513-6D1C-C4E5EC47B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Problem Statement &amp; Objectives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4696EC1-92FC-95BE-6BF2-2D2D0D9902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2995471"/>
              </p:ext>
            </p:extLst>
          </p:nvPr>
        </p:nvGraphicFramePr>
        <p:xfrm>
          <a:off x="6378498" y="1481679"/>
          <a:ext cx="1546302" cy="3174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6453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44D452-64B2-EEFA-6293-38D400947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Methodology (Overall Structure)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09F72C8-ABA8-59FF-F473-8C51FB0F26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9083252"/>
              </p:ext>
            </p:extLst>
          </p:nvPr>
        </p:nvGraphicFramePr>
        <p:xfrm>
          <a:off x="1121999" y="1490942"/>
          <a:ext cx="6900000" cy="28269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115D110-197F-2586-730A-E2129CC060EF}"/>
              </a:ext>
            </a:extLst>
          </p:cNvPr>
          <p:cNvSpPr txBox="1"/>
          <p:nvPr/>
        </p:nvSpPr>
        <p:spPr>
          <a:xfrm>
            <a:off x="2059258" y="4227485"/>
            <a:ext cx="5025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2"/>
                </a:solidFill>
                <a:latin typeface="Anybody" panose="020B0604020202020204" charset="0"/>
              </a:rPr>
              <a:t>Inventory is used as a </a:t>
            </a:r>
            <a:r>
              <a:rPr lang="en-US" b="1" i="1" dirty="0">
                <a:solidFill>
                  <a:schemeClr val="tx2"/>
                </a:solidFill>
                <a:latin typeface="Anybody" panose="020B0604020202020204" charset="0"/>
              </a:rPr>
              <a:t>testbed</a:t>
            </a:r>
            <a:r>
              <a:rPr lang="en-US" i="1" dirty="0">
                <a:solidFill>
                  <a:schemeClr val="tx2"/>
                </a:solidFill>
                <a:latin typeface="Anybody" panose="020B0604020202020204" charset="0"/>
              </a:rPr>
              <a:t>, not the final objective.</a:t>
            </a:r>
          </a:p>
        </p:txBody>
      </p:sp>
    </p:spTree>
    <p:extLst>
      <p:ext uri="{BB962C8B-B14F-4D97-AF65-F5344CB8AC3E}">
        <p14:creationId xmlns:p14="http://schemas.microsoft.com/office/powerpoint/2010/main" val="4226002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C827B6-0EE5-9ECB-E594-FC573E53F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System Setup &amp; Baseline Model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A0DD3388-CE70-6E96-E6C0-DEFBAD8C04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7222492"/>
              </p:ext>
            </p:extLst>
          </p:nvPr>
        </p:nvGraphicFramePr>
        <p:xfrm>
          <a:off x="720000" y="1546302"/>
          <a:ext cx="5219883" cy="30574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4D2C640E-8AB2-A7D5-6D75-13A99704D5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4454" y="1605775"/>
            <a:ext cx="2468678" cy="12117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C38E62-C0FB-A281-B0EA-229D887025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4454" y="2928530"/>
            <a:ext cx="2468678" cy="147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71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647098E-E268-FE15-8E25-5D3516C52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250" dirty="0">
                <a:solidFill>
                  <a:schemeClr val="tx2"/>
                </a:solidFill>
              </a:rPr>
              <a:t>Failure Experiments &amp; Experimental Dashboard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A8D7CE25-7869-3D07-87A3-2088EF4EA1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9796585"/>
              </p:ext>
            </p:extLst>
          </p:nvPr>
        </p:nvGraphicFramePr>
        <p:xfrm>
          <a:off x="-484332" y="1531704"/>
          <a:ext cx="6900000" cy="3198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00D5DAE9-0CF7-C961-FA09-4C99FFC83E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7385" y="1386908"/>
            <a:ext cx="2639122" cy="15823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67F5F8-444E-3930-EB2D-EEE41683A2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7385" y="3147302"/>
            <a:ext cx="3004770" cy="14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159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A1C35F8-7DC8-3646-BDC7-B5D1018CB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4215" y="1486500"/>
            <a:ext cx="4498771" cy="2170500"/>
          </a:xfrm>
        </p:spPr>
        <p:txBody>
          <a:bodyPr/>
          <a:lstStyle/>
          <a:p>
            <a:r>
              <a:rPr lang="en-US" b="1" dirty="0"/>
              <a:t>Future Plan</a:t>
            </a:r>
          </a:p>
          <a:p>
            <a:pPr lvl="1"/>
            <a:r>
              <a:rPr lang="en-US" sz="1100" dirty="0"/>
              <a:t>Phase 3:</a:t>
            </a:r>
          </a:p>
          <a:p>
            <a:pPr lvl="2"/>
            <a:r>
              <a:rPr lang="en-US" sz="1100" dirty="0"/>
              <a:t>Design degradation detection signals</a:t>
            </a:r>
          </a:p>
          <a:p>
            <a:pPr lvl="2"/>
            <a:r>
              <a:rPr lang="en-US" sz="1100" dirty="0"/>
              <a:t>Compare against traditional metrics</a:t>
            </a:r>
          </a:p>
          <a:p>
            <a:pPr lvl="1"/>
            <a:r>
              <a:rPr lang="en-US" sz="1100" dirty="0"/>
              <a:t>Phase 4:</a:t>
            </a:r>
          </a:p>
          <a:p>
            <a:pPr lvl="2"/>
            <a:r>
              <a:rPr lang="en-US" sz="1100" dirty="0"/>
              <a:t>Explore correction and recovery mechanisms</a:t>
            </a:r>
          </a:p>
          <a:p>
            <a:pPr lvl="1"/>
            <a:r>
              <a:rPr lang="en-US" sz="1100" dirty="0"/>
              <a:t>Extend analysis across decision variants</a:t>
            </a:r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B02ADEA-68EE-B84A-5580-8555D6BC7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Future Plan, Timeline &amp; Significance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4F98C907-98D7-E7C6-1358-F576B891F6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8701997"/>
              </p:ext>
            </p:extLst>
          </p:nvPr>
        </p:nvGraphicFramePr>
        <p:xfrm>
          <a:off x="4252331" y="3053103"/>
          <a:ext cx="4326673" cy="18233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2CC6BB2-DA4F-A0FC-0E4E-D7932CC39C52}"/>
              </a:ext>
            </a:extLst>
          </p:cNvPr>
          <p:cNvSpPr txBox="1"/>
          <p:nvPr/>
        </p:nvSpPr>
        <p:spPr>
          <a:xfrm>
            <a:off x="4847064" y="1609188"/>
            <a:ext cx="385832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200" b="1" dirty="0">
                <a:latin typeface="Anybody" panose="020B0604020202020204" charset="0"/>
              </a:rPr>
              <a:t>Significance</a:t>
            </a:r>
          </a:p>
          <a:p>
            <a:pPr marL="285750" lvl="8" indent="-285750"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100" dirty="0">
                <a:latin typeface="Anybody" panose="020B0604020202020204" charset="0"/>
              </a:rPr>
              <a:t>Shifts focus from </a:t>
            </a:r>
            <a:r>
              <a:rPr lang="en-US" sz="1100" i="1" dirty="0">
                <a:latin typeface="Anybody" panose="020B0604020202020204" charset="0"/>
              </a:rPr>
              <a:t>model accuracy</a:t>
            </a:r>
            <a:r>
              <a:rPr lang="en-US" sz="1100" dirty="0">
                <a:latin typeface="Anybody" panose="020B0604020202020204" charset="0"/>
              </a:rPr>
              <a:t> to </a:t>
            </a:r>
            <a:r>
              <a:rPr lang="en-US" sz="1100" i="1" dirty="0">
                <a:latin typeface="Anybody" panose="020B0604020202020204" charset="0"/>
              </a:rPr>
              <a:t>decision integrity</a:t>
            </a:r>
          </a:p>
          <a:p>
            <a:pPr marL="285750" lvl="4" indent="-285750"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100" dirty="0">
                <a:latin typeface="Anybody" panose="020B0604020202020204" charset="0"/>
              </a:rPr>
              <a:t>Addresses a realistic, under-studied failure mode</a:t>
            </a:r>
          </a:p>
          <a:p>
            <a:pPr marL="285750" lvl="4" indent="-285750"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100" dirty="0">
                <a:latin typeface="Anybody" panose="020B0604020202020204" charset="0"/>
              </a:rPr>
              <a:t>Provides a reusable experimental framework</a:t>
            </a:r>
          </a:p>
          <a:p>
            <a:pPr marL="285750" lvl="4" indent="-285750"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100" dirty="0">
                <a:latin typeface="Anybody" panose="020B0604020202020204" charset="0"/>
              </a:rPr>
              <a:t>Applicable beyond inventory systems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843B2F-5F93-E5EB-E412-0A4A5AA06F1A}"/>
              </a:ext>
            </a:extLst>
          </p:cNvPr>
          <p:cNvSpPr txBox="1"/>
          <p:nvPr/>
        </p:nvSpPr>
        <p:spPr>
          <a:xfrm>
            <a:off x="617034" y="4267200"/>
            <a:ext cx="3954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tx2"/>
                </a:solidFill>
                <a:latin typeface="Anybody" panose="020B0604020202020204" charset="0"/>
              </a:rPr>
              <a:t>Goal:</a:t>
            </a:r>
            <a:r>
              <a:rPr lang="en-US" i="1" dirty="0">
                <a:solidFill>
                  <a:schemeClr val="tx2"/>
                </a:solidFill>
                <a:latin typeface="Anybody" panose="020B0604020202020204" charset="0"/>
              </a:rPr>
              <a:t> Detect decision degradation before performance collapse.</a:t>
            </a:r>
          </a:p>
        </p:txBody>
      </p:sp>
    </p:spTree>
    <p:extLst>
      <p:ext uri="{BB962C8B-B14F-4D97-AF65-F5344CB8AC3E}">
        <p14:creationId xmlns:p14="http://schemas.microsoft.com/office/powerpoint/2010/main" val="934040582"/>
      </p:ext>
    </p:extLst>
  </p:cSld>
  <p:clrMapOvr>
    <a:masterClrMapping/>
  </p:clrMapOvr>
</p:sld>
</file>

<file path=ppt/theme/theme1.xml><?xml version="1.0" encoding="utf-8"?>
<a:theme xmlns:a="http://schemas.openxmlformats.org/drawingml/2006/main" name="E-commerce Pitch Deck by Slidesgo">
  <a:themeElements>
    <a:clrScheme name="Simple Light">
      <a:dk1>
        <a:srgbClr val="191919"/>
      </a:dk1>
      <a:lt1>
        <a:srgbClr val="F3F3F3"/>
      </a:lt1>
      <a:dk2>
        <a:srgbClr val="FFFFFF"/>
      </a:dk2>
      <a:lt2>
        <a:srgbClr val="2F2FF4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624</Words>
  <Application>Microsoft Office PowerPoint</Application>
  <PresentationFormat>On-screen Show (16:9)</PresentationFormat>
  <Paragraphs>108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Anybody</vt:lpstr>
      <vt:lpstr>Arial</vt:lpstr>
      <vt:lpstr>Nunito Light</vt:lpstr>
      <vt:lpstr>E-commerce Pitch Deck by Slidesgo</vt:lpstr>
      <vt:lpstr>A Preliminary Project Report</vt:lpstr>
      <vt:lpstr>Project Overview &amp; Motivation</vt:lpstr>
      <vt:lpstr>Problem Statement &amp; Objectives</vt:lpstr>
      <vt:lpstr>Methodology (Overall Structure)</vt:lpstr>
      <vt:lpstr>System Setup &amp; Baseline Model</vt:lpstr>
      <vt:lpstr>Failure Experiments &amp; Experimental Dashboard</vt:lpstr>
      <vt:lpstr>Future Plan, Timeline &amp; Significance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NAGA NEELESH N</dc:creator>
  <cp:lastModifiedBy>NAGA NEELESH N</cp:lastModifiedBy>
  <cp:revision>4</cp:revision>
  <dcterms:modified xsi:type="dcterms:W3CDTF">2026-03-17T14:35:06Z</dcterms:modified>
</cp:coreProperties>
</file>